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13"/>
  </p:notesMasterIdLst>
  <p:sldIdLst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</p:sldIdLst>
  <p:sldSz cx="24384000" cy="13716000"/>
  <p:notesSz cx="6858000" cy="9144000"/>
  <p:defaultTextStyle>
    <a:defPPr marL="0" marR="0" indent="0" algn="l" defTabSz="914400" rtl="0" fontAlgn="auto" latinLnBrk="1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</a:defRPr>
    </a:defPPr>
    <a:lvl1pPr marL="0" marR="0" indent="0" algn="l" defTabSz="2438400" rtl="0" fontAlgn="auto" latinLnBrk="0" hangingPunct="0">
      <a:lnSpc>
        <a:spcPct val="90000"/>
      </a:lnSpc>
      <a:spcBef>
        <a:spcPts val="4500"/>
      </a:spcBef>
      <a:spcAft>
        <a:spcPts val="0"/>
      </a:spcAft>
      <a:buClrTx/>
      <a:buSzTx/>
      <a:buFontTx/>
      <a:buNone/>
      <a:defRPr kumimoji="0" sz="48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Helvetica Neue" panose="02000503000000020004"/>
      </a:defRPr>
    </a:lvl1pPr>
    <a:lvl2pPr marL="0" marR="0" indent="457200" algn="l" defTabSz="2438400" rtl="0" fontAlgn="auto" latinLnBrk="0" hangingPunct="0">
      <a:lnSpc>
        <a:spcPct val="90000"/>
      </a:lnSpc>
      <a:spcBef>
        <a:spcPts val="4500"/>
      </a:spcBef>
      <a:spcAft>
        <a:spcPts val="0"/>
      </a:spcAft>
      <a:buClrTx/>
      <a:buSzTx/>
      <a:buFontTx/>
      <a:buNone/>
      <a:defRPr kumimoji="0" sz="48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Helvetica Neue" panose="02000503000000020004"/>
      </a:defRPr>
    </a:lvl2pPr>
    <a:lvl3pPr marL="0" marR="0" indent="914400" algn="l" defTabSz="2438400" rtl="0" fontAlgn="auto" latinLnBrk="0" hangingPunct="0">
      <a:lnSpc>
        <a:spcPct val="90000"/>
      </a:lnSpc>
      <a:spcBef>
        <a:spcPts val="4500"/>
      </a:spcBef>
      <a:spcAft>
        <a:spcPts val="0"/>
      </a:spcAft>
      <a:buClrTx/>
      <a:buSzTx/>
      <a:buFontTx/>
      <a:buNone/>
      <a:defRPr kumimoji="0" sz="48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Helvetica Neue" panose="02000503000000020004"/>
      </a:defRPr>
    </a:lvl3pPr>
    <a:lvl4pPr marL="0" marR="0" indent="1371600" algn="l" defTabSz="2438400" rtl="0" fontAlgn="auto" latinLnBrk="0" hangingPunct="0">
      <a:lnSpc>
        <a:spcPct val="90000"/>
      </a:lnSpc>
      <a:spcBef>
        <a:spcPts val="4500"/>
      </a:spcBef>
      <a:spcAft>
        <a:spcPts val="0"/>
      </a:spcAft>
      <a:buClrTx/>
      <a:buSzTx/>
      <a:buFontTx/>
      <a:buNone/>
      <a:defRPr kumimoji="0" sz="48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Helvetica Neue" panose="02000503000000020004"/>
      </a:defRPr>
    </a:lvl4pPr>
    <a:lvl5pPr marL="0" marR="0" indent="1828800" algn="l" defTabSz="2438400" rtl="0" fontAlgn="auto" latinLnBrk="0" hangingPunct="0">
      <a:lnSpc>
        <a:spcPct val="90000"/>
      </a:lnSpc>
      <a:spcBef>
        <a:spcPts val="4500"/>
      </a:spcBef>
      <a:spcAft>
        <a:spcPts val="0"/>
      </a:spcAft>
      <a:buClrTx/>
      <a:buSzTx/>
      <a:buFontTx/>
      <a:buNone/>
      <a:defRPr kumimoji="0" sz="48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Helvetica Neue" panose="02000503000000020004"/>
      </a:defRPr>
    </a:lvl5pPr>
    <a:lvl6pPr marL="0" marR="0" indent="2286000" algn="l" defTabSz="2438400" rtl="0" fontAlgn="auto" latinLnBrk="0" hangingPunct="0">
      <a:lnSpc>
        <a:spcPct val="90000"/>
      </a:lnSpc>
      <a:spcBef>
        <a:spcPts val="4500"/>
      </a:spcBef>
      <a:spcAft>
        <a:spcPts val="0"/>
      </a:spcAft>
      <a:buClrTx/>
      <a:buSzTx/>
      <a:buFontTx/>
      <a:buNone/>
      <a:defRPr kumimoji="0" sz="48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Helvetica Neue" panose="02000503000000020004"/>
      </a:defRPr>
    </a:lvl6pPr>
    <a:lvl7pPr marL="0" marR="0" indent="2743200" algn="l" defTabSz="2438400" rtl="0" fontAlgn="auto" latinLnBrk="0" hangingPunct="0">
      <a:lnSpc>
        <a:spcPct val="90000"/>
      </a:lnSpc>
      <a:spcBef>
        <a:spcPts val="4500"/>
      </a:spcBef>
      <a:spcAft>
        <a:spcPts val="0"/>
      </a:spcAft>
      <a:buClrTx/>
      <a:buSzTx/>
      <a:buFontTx/>
      <a:buNone/>
      <a:defRPr kumimoji="0" sz="48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Helvetica Neue" panose="02000503000000020004"/>
      </a:defRPr>
    </a:lvl7pPr>
    <a:lvl8pPr marL="0" marR="0" indent="3200400" algn="l" defTabSz="2438400" rtl="0" fontAlgn="auto" latinLnBrk="0" hangingPunct="0">
      <a:lnSpc>
        <a:spcPct val="90000"/>
      </a:lnSpc>
      <a:spcBef>
        <a:spcPts val="4500"/>
      </a:spcBef>
      <a:spcAft>
        <a:spcPts val="0"/>
      </a:spcAft>
      <a:buClrTx/>
      <a:buSzTx/>
      <a:buFontTx/>
      <a:buNone/>
      <a:defRPr kumimoji="0" sz="48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Helvetica Neue" panose="02000503000000020004"/>
      </a:defRPr>
    </a:lvl8pPr>
    <a:lvl9pPr marL="0" marR="0" indent="3657600" algn="l" defTabSz="2438400" rtl="0" fontAlgn="auto" latinLnBrk="0" hangingPunct="0">
      <a:lnSpc>
        <a:spcPct val="90000"/>
      </a:lnSpc>
      <a:spcBef>
        <a:spcPts val="4500"/>
      </a:spcBef>
      <a:spcAft>
        <a:spcPts val="0"/>
      </a:spcAft>
      <a:buClrTx/>
      <a:buSzTx/>
      <a:buFontTx/>
      <a:buNone/>
      <a:defRPr kumimoji="0" sz="48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Helvetica Neue" panose="02000503000000020004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>
    <p:present/>
    <p:sldAll/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4C3C2611-4C71-4FC5-86AE-919BDF0F9419}" styleName="">
    <a:wholeTbl>
      <a:tcTxStyle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000000"/>
              </a:solidFill>
              <a:prstDash val="solid"/>
              <a:miter lim="400000"/>
            </a:ln>
          </a:top>
          <a:bottom>
            <a:ln w="127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prstDash val="solid"/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noFill/>
        </a:fill>
      </a:tcStyle>
    </a:wholeTbl>
    <a:band2H>
      <a:tcTxStyle/>
      <a:tcStyle>
        <a:tcBdr/>
        <a:fill>
          <a:solidFill>
            <a:srgbClr val="E3E5E8"/>
          </a:solidFill>
        </a:fill>
      </a:tcStyle>
    </a:band2H>
    <a:firstCol>
      <a:tcTxStyle b="on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381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000000"/>
              </a:solidFill>
              <a:prstDash val="solid"/>
              <a:miter lim="400000"/>
            </a:ln>
          </a:top>
          <a:bottom>
            <a:ln w="127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prstDash val="solid"/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noFill/>
        </a:fill>
      </a:tcStyle>
    </a:firstCol>
    <a:lastRow>
      <a:tcTxStyle b="on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38100" cap="flat">
              <a:solidFill>
                <a:srgbClr val="000000"/>
              </a:solidFill>
              <a:prstDash val="solid"/>
              <a:miter lim="400000"/>
            </a:ln>
          </a:top>
          <a:bottom>
            <a:ln w="127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prstDash val="solid"/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noFill/>
        </a:fill>
      </a:tcStyle>
    </a:lastRow>
    <a:firstRow>
      <a:tcTxStyle b="on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000000"/>
              </a:solidFill>
              <a:prstDash val="solid"/>
              <a:miter lim="400000"/>
            </a:ln>
          </a:top>
          <a:bottom>
            <a:ln w="381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prstDash val="solid"/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7.xml"/><Relationship Id="rId8" Type="http://schemas.openxmlformats.org/officeDocument/2006/relationships/slide" Target="slides/slide6.xml"/><Relationship Id="rId7" Type="http://schemas.openxmlformats.org/officeDocument/2006/relationships/slide" Target="slides/slide5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6" Type="http://schemas.openxmlformats.org/officeDocument/2006/relationships/tableStyles" Target="tableStyles.xml"/><Relationship Id="rId15" Type="http://schemas.openxmlformats.org/officeDocument/2006/relationships/viewProps" Target="viewProps.xml"/><Relationship Id="rId14" Type="http://schemas.openxmlformats.org/officeDocument/2006/relationships/presProps" Target="presProps.xml"/><Relationship Id="rId13" Type="http://schemas.openxmlformats.org/officeDocument/2006/relationships/notesMaster" Target="notesMasters/notesMaster1.xml"/><Relationship Id="rId12" Type="http://schemas.openxmlformats.org/officeDocument/2006/relationships/slide" Target="slides/slide10.xml"/><Relationship Id="rId11" Type="http://schemas.openxmlformats.org/officeDocument/2006/relationships/slide" Target="slides/slide9.xml"/><Relationship Id="rId10" Type="http://schemas.openxmlformats.org/officeDocument/2006/relationships/slide" Target="slides/slide8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" name="Shape 167"/>
          <p:cNvSpPr/>
          <p:nvPr>
            <p:ph type="sldImg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</p:spPr>
        <p:txBody>
          <a:bodyPr/>
          <a:lstStyle/>
          <a:p/>
        </p:txBody>
      </p:sp>
      <p:sp>
        <p:nvSpPr>
          <p:cNvPr id="168" name="Shape 168"/>
          <p:cNvSpPr/>
          <p:nvPr>
            <p:ph type="body" sz="quarter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/>
          <a:lstStyle/>
          <a:p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defTabSz="457200" latinLnBrk="0">
      <a:lnSpc>
        <a:spcPct val="118000"/>
      </a:lnSpc>
      <a:defRPr sz="2200">
        <a:latin typeface="+mn-lt"/>
        <a:ea typeface="+mn-ea"/>
        <a:cs typeface="+mn-cs"/>
        <a:sym typeface="Helvetica Neue" panose="02000503000000020004"/>
      </a:defRPr>
    </a:lvl1pPr>
    <a:lvl2pPr indent="228600" defTabSz="457200" latinLnBrk="0">
      <a:lnSpc>
        <a:spcPct val="118000"/>
      </a:lnSpc>
      <a:defRPr sz="2200">
        <a:latin typeface="+mn-lt"/>
        <a:ea typeface="+mn-ea"/>
        <a:cs typeface="+mn-cs"/>
        <a:sym typeface="Helvetica Neue" panose="02000503000000020004"/>
      </a:defRPr>
    </a:lvl2pPr>
    <a:lvl3pPr indent="457200" defTabSz="457200" latinLnBrk="0">
      <a:lnSpc>
        <a:spcPct val="118000"/>
      </a:lnSpc>
      <a:defRPr sz="2200">
        <a:latin typeface="+mn-lt"/>
        <a:ea typeface="+mn-ea"/>
        <a:cs typeface="+mn-cs"/>
        <a:sym typeface="Helvetica Neue" panose="02000503000000020004"/>
      </a:defRPr>
    </a:lvl3pPr>
    <a:lvl4pPr indent="685800" defTabSz="457200" latinLnBrk="0">
      <a:lnSpc>
        <a:spcPct val="118000"/>
      </a:lnSpc>
      <a:defRPr sz="2200">
        <a:latin typeface="+mn-lt"/>
        <a:ea typeface="+mn-ea"/>
        <a:cs typeface="+mn-cs"/>
        <a:sym typeface="Helvetica Neue" panose="02000503000000020004"/>
      </a:defRPr>
    </a:lvl4pPr>
    <a:lvl5pPr indent="914400" defTabSz="457200" latinLnBrk="0">
      <a:lnSpc>
        <a:spcPct val="118000"/>
      </a:lnSpc>
      <a:defRPr sz="2200">
        <a:latin typeface="+mn-lt"/>
        <a:ea typeface="+mn-ea"/>
        <a:cs typeface="+mn-cs"/>
        <a:sym typeface="Helvetica Neue" panose="02000503000000020004"/>
      </a:defRPr>
    </a:lvl5pPr>
    <a:lvl6pPr indent="1143000" defTabSz="457200" latinLnBrk="0">
      <a:lnSpc>
        <a:spcPct val="118000"/>
      </a:lnSpc>
      <a:defRPr sz="2200">
        <a:latin typeface="+mn-lt"/>
        <a:ea typeface="+mn-ea"/>
        <a:cs typeface="+mn-cs"/>
        <a:sym typeface="Helvetica Neue" panose="02000503000000020004"/>
      </a:defRPr>
    </a:lvl6pPr>
    <a:lvl7pPr indent="1371600" defTabSz="457200" latinLnBrk="0">
      <a:lnSpc>
        <a:spcPct val="118000"/>
      </a:lnSpc>
      <a:defRPr sz="2200">
        <a:latin typeface="+mn-lt"/>
        <a:ea typeface="+mn-ea"/>
        <a:cs typeface="+mn-cs"/>
        <a:sym typeface="Helvetica Neue" panose="02000503000000020004"/>
      </a:defRPr>
    </a:lvl7pPr>
    <a:lvl8pPr indent="1600200" defTabSz="457200" latinLnBrk="0">
      <a:lnSpc>
        <a:spcPct val="118000"/>
      </a:lnSpc>
      <a:defRPr sz="2200">
        <a:latin typeface="+mn-lt"/>
        <a:ea typeface="+mn-ea"/>
        <a:cs typeface="+mn-cs"/>
        <a:sym typeface="Helvetica Neue" panose="02000503000000020004"/>
      </a:defRPr>
    </a:lvl8pPr>
    <a:lvl9pPr indent="1828800" defTabSz="457200" latinLnBrk="0">
      <a:lnSpc>
        <a:spcPct val="118000"/>
      </a:lnSpc>
      <a:defRPr sz="2200">
        <a:latin typeface="+mn-lt"/>
        <a:ea typeface="+mn-ea"/>
        <a:cs typeface="+mn-cs"/>
        <a:sym typeface="Helvetica Neue" panose="02000503000000020004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Presentation Title"/>
          <p:cNvSpPr txBox="1"/>
          <p:nvPr>
            <p:ph type="title" hasCustomPrompt="1"/>
          </p:nvPr>
        </p:nvSpPr>
        <p:spPr>
          <a:xfrm>
            <a:off x="1206496" y="2574991"/>
            <a:ext cx="21971004" cy="4648201"/>
          </a:xfrm>
          <a:prstGeom prst="rect">
            <a:avLst/>
          </a:prstGeom>
        </p:spPr>
        <p:txBody>
          <a:bodyPr anchor="b"/>
          <a:lstStyle>
            <a:lvl1pPr algn="ctr">
              <a:defRPr sz="8000" spc="-159"/>
            </a:lvl1pPr>
          </a:lstStyle>
          <a:p>
            <a:r>
              <a:t>Presentation Title</a:t>
            </a:r>
          </a:p>
        </p:txBody>
      </p:sp>
      <p:sp>
        <p:nvSpPr>
          <p:cNvPr id="12" name="Body Level One…"/>
          <p:cNvSpPr txBox="1"/>
          <p:nvPr>
            <p:ph type="body" sz="quarter" idx="1" hasCustomPrompt="1"/>
          </p:nvPr>
        </p:nvSpPr>
        <p:spPr>
          <a:xfrm>
            <a:off x="1201342" y="7223190"/>
            <a:ext cx="21971001" cy="1905001"/>
          </a:xfrm>
          <a:prstGeom prst="rect">
            <a:avLst/>
          </a:prstGeom>
        </p:spPr>
        <p:txBody>
          <a:bodyPr/>
          <a:lstStyle>
            <a:lvl1pPr marL="0" indent="0" defTabSz="825500">
              <a:lnSpc>
                <a:spcPct val="100000"/>
              </a:lnSpc>
              <a:spcBef>
                <a:spcPts val="0"/>
              </a:spcBef>
              <a:buSzTx/>
              <a:buNone/>
              <a:defRPr sz="5500" b="1"/>
            </a:lvl1pPr>
            <a:lvl2pPr marL="0" indent="457200" defTabSz="825500">
              <a:lnSpc>
                <a:spcPct val="100000"/>
              </a:lnSpc>
              <a:spcBef>
                <a:spcPts val="0"/>
              </a:spcBef>
              <a:buSzTx/>
              <a:buNone/>
              <a:defRPr sz="5500" b="1"/>
            </a:lvl2pPr>
            <a:lvl3pPr marL="0" indent="914400" defTabSz="825500">
              <a:lnSpc>
                <a:spcPct val="100000"/>
              </a:lnSpc>
              <a:spcBef>
                <a:spcPts val="0"/>
              </a:spcBef>
              <a:buSzTx/>
              <a:buNone/>
              <a:defRPr sz="5500" b="1"/>
            </a:lvl3pPr>
            <a:lvl4pPr marL="0" indent="1371600" defTabSz="825500">
              <a:lnSpc>
                <a:spcPct val="100000"/>
              </a:lnSpc>
              <a:spcBef>
                <a:spcPts val="0"/>
              </a:spcBef>
              <a:buSzTx/>
              <a:buNone/>
              <a:defRPr sz="5500" b="1"/>
            </a:lvl4pPr>
            <a:lvl5pPr marL="0" indent="1828800" defTabSz="825500">
              <a:lnSpc>
                <a:spcPct val="100000"/>
              </a:lnSpc>
              <a:spcBef>
                <a:spcPts val="0"/>
              </a:spcBef>
              <a:buSzTx/>
              <a:buNone/>
              <a:defRPr sz="5500" b="1"/>
            </a:lvl5pPr>
          </a:lstStyle>
          <a:p>
            <a:r>
              <a:t>Presentation Subtitle</a:t>
            </a:r>
          </a:p>
          <a:p>
            <a:pPr lvl="1"/>
          </a:p>
          <a:p>
            <a:pPr lvl="2"/>
          </a:p>
          <a:p>
            <a:pPr lvl="3"/>
          </a:p>
          <a:p>
            <a:pPr lvl="4"/>
          </a:p>
        </p:txBody>
      </p:sp>
      <p:sp>
        <p:nvSpPr>
          <p:cNvPr id="13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rPr/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Title &amp; Pho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Avocados and limes"/>
          <p:cNvSpPr/>
          <p:nvPr>
            <p:ph type="pic" idx="21"/>
          </p:nvPr>
        </p:nvSpPr>
        <p:spPr>
          <a:xfrm>
            <a:off x="-1155700" y="-1295400"/>
            <a:ext cx="26746200" cy="16018933"/>
          </a:xfrm>
          <a:prstGeom prst="rect">
            <a:avLst/>
          </a:prstGeom>
        </p:spPr>
        <p:txBody>
          <a:bodyPr lIns="91439" tIns="45719" rIns="91439" bIns="45719">
            <a:noAutofit/>
          </a:bodyPr>
          <a:lstStyle/>
          <a:p/>
        </p:txBody>
      </p:sp>
      <p:sp>
        <p:nvSpPr>
          <p:cNvPr id="21" name="Presentation Title"/>
          <p:cNvSpPr txBox="1"/>
          <p:nvPr>
            <p:ph type="title" hasCustomPrompt="1"/>
          </p:nvPr>
        </p:nvSpPr>
        <p:spPr>
          <a:xfrm>
            <a:off x="1206500" y="7124700"/>
            <a:ext cx="21971000" cy="4648200"/>
          </a:xfrm>
          <a:prstGeom prst="rect">
            <a:avLst/>
          </a:prstGeom>
        </p:spPr>
        <p:txBody>
          <a:bodyPr anchor="b"/>
          <a:lstStyle>
            <a:lvl1pPr algn="ctr">
              <a:defRPr sz="8000" spc="-159"/>
            </a:lvl1pPr>
          </a:lstStyle>
          <a:p>
            <a:r>
              <a:t>Presentation Title</a:t>
            </a:r>
          </a:p>
        </p:txBody>
      </p:sp>
      <p:sp>
        <p:nvSpPr>
          <p:cNvPr id="22" name="Author and Date"/>
          <p:cNvSpPr txBox="1"/>
          <p:nvPr>
            <p:ph type="body" sz="quarter" idx="22" hasCustomPrompt="1"/>
          </p:nvPr>
        </p:nvSpPr>
        <p:spPr>
          <a:xfrm>
            <a:off x="1207690" y="1106137"/>
            <a:ext cx="21968621" cy="636979"/>
          </a:xfrm>
          <a:prstGeom prst="rect">
            <a:avLst/>
          </a:prstGeom>
        </p:spPr>
        <p:txBody>
          <a:bodyPr lIns="45719" tIns="45719" rIns="45719" bIns="45719"/>
          <a:lstStyle>
            <a:lvl1pPr marL="0" indent="0" defTabSz="825500">
              <a:lnSpc>
                <a:spcPct val="100000"/>
              </a:lnSpc>
              <a:spcBef>
                <a:spcPts val="0"/>
              </a:spcBef>
              <a:buSzTx/>
              <a:buNone/>
              <a:defRPr sz="3600" b="1"/>
            </a:lvl1pPr>
          </a:lstStyle>
          <a:p>
            <a:r>
              <a:t>Author and Date</a:t>
            </a:r>
          </a:p>
        </p:txBody>
      </p:sp>
      <p:sp>
        <p:nvSpPr>
          <p:cNvPr id="23" name="Body Level One…"/>
          <p:cNvSpPr txBox="1"/>
          <p:nvPr>
            <p:ph type="body" sz="quarter" idx="1" hasCustomPrompt="1"/>
          </p:nvPr>
        </p:nvSpPr>
        <p:spPr>
          <a:xfrm>
            <a:off x="1206500" y="11609910"/>
            <a:ext cx="21971000" cy="1116952"/>
          </a:xfrm>
          <a:prstGeom prst="rect">
            <a:avLst/>
          </a:prstGeom>
        </p:spPr>
        <p:txBody>
          <a:bodyPr/>
          <a:lstStyle>
            <a:lvl1pPr marL="0" indent="0" defTabSz="825500">
              <a:lnSpc>
                <a:spcPct val="100000"/>
              </a:lnSpc>
              <a:spcBef>
                <a:spcPts val="0"/>
              </a:spcBef>
              <a:buSzTx/>
              <a:buNone/>
              <a:defRPr sz="5500" b="1"/>
            </a:lvl1pPr>
            <a:lvl2pPr marL="0" indent="457200" defTabSz="825500">
              <a:lnSpc>
                <a:spcPct val="100000"/>
              </a:lnSpc>
              <a:spcBef>
                <a:spcPts val="0"/>
              </a:spcBef>
              <a:buSzTx/>
              <a:buNone/>
              <a:defRPr sz="5500" b="1"/>
            </a:lvl2pPr>
            <a:lvl3pPr marL="0" indent="914400" defTabSz="825500">
              <a:lnSpc>
                <a:spcPct val="100000"/>
              </a:lnSpc>
              <a:spcBef>
                <a:spcPts val="0"/>
              </a:spcBef>
              <a:buSzTx/>
              <a:buNone/>
              <a:defRPr sz="5500" b="1"/>
            </a:lvl3pPr>
            <a:lvl4pPr marL="0" indent="1371600" defTabSz="825500">
              <a:lnSpc>
                <a:spcPct val="100000"/>
              </a:lnSpc>
              <a:spcBef>
                <a:spcPts val="0"/>
              </a:spcBef>
              <a:buSzTx/>
              <a:buNone/>
              <a:defRPr sz="5500" b="1"/>
            </a:lvl4pPr>
            <a:lvl5pPr marL="0" indent="1828800" defTabSz="825500">
              <a:lnSpc>
                <a:spcPct val="100000"/>
              </a:lnSpc>
              <a:spcBef>
                <a:spcPts val="0"/>
              </a:spcBef>
              <a:buSzTx/>
              <a:buNone/>
              <a:defRPr sz="5500" b="1"/>
            </a:lvl5pPr>
          </a:lstStyle>
          <a:p>
            <a:r>
              <a:t>Presentation Subtitle</a:t>
            </a:r>
          </a:p>
          <a:p>
            <a:pPr lvl="1"/>
          </a:p>
          <a:p>
            <a:pPr lvl="2"/>
          </a:p>
          <a:p>
            <a:pPr lvl="3"/>
          </a:p>
          <a:p>
            <a:pPr lvl="4"/>
          </a:p>
        </p:txBody>
      </p:sp>
      <p:sp>
        <p:nvSpPr>
          <p:cNvPr id="24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rPr/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Title &amp; Photo A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Bowl with salmon cakes, salad and houmous"/>
          <p:cNvSpPr/>
          <p:nvPr>
            <p:ph type="pic" idx="21"/>
          </p:nvPr>
        </p:nvSpPr>
        <p:spPr>
          <a:xfrm>
            <a:off x="10972800" y="-203200"/>
            <a:ext cx="12144837" cy="14135100"/>
          </a:xfrm>
          <a:prstGeom prst="rect">
            <a:avLst/>
          </a:prstGeom>
        </p:spPr>
        <p:txBody>
          <a:bodyPr lIns="91439" tIns="45719" rIns="91439" bIns="45719">
            <a:noAutofit/>
          </a:bodyPr>
          <a:lstStyle/>
          <a:p/>
        </p:txBody>
      </p:sp>
      <p:sp>
        <p:nvSpPr>
          <p:cNvPr id="32" name="Slide Title"/>
          <p:cNvSpPr txBox="1"/>
          <p:nvPr>
            <p:ph type="title" hasCustomPrompt="1"/>
          </p:nvPr>
        </p:nvSpPr>
        <p:spPr>
          <a:xfrm>
            <a:off x="1206500" y="1270000"/>
            <a:ext cx="9779000" cy="5882273"/>
          </a:xfrm>
          <a:prstGeom prst="rect">
            <a:avLst/>
          </a:prstGeom>
        </p:spPr>
        <p:txBody>
          <a:bodyPr anchor="b"/>
          <a:lstStyle/>
          <a:p>
            <a:r>
              <a:t>Slide Title</a:t>
            </a:r>
          </a:p>
        </p:txBody>
      </p:sp>
      <p:sp>
        <p:nvSpPr>
          <p:cNvPr id="33" name="Body Level One…"/>
          <p:cNvSpPr txBox="1"/>
          <p:nvPr>
            <p:ph type="body" sz="quarter" idx="1" hasCustomPrompt="1"/>
          </p:nvPr>
        </p:nvSpPr>
        <p:spPr>
          <a:xfrm>
            <a:off x="1206500" y="7060576"/>
            <a:ext cx="9779000" cy="5385424"/>
          </a:xfrm>
          <a:prstGeom prst="rect">
            <a:avLst/>
          </a:prstGeom>
        </p:spPr>
        <p:txBody>
          <a:bodyPr/>
          <a:lstStyle>
            <a:lvl1pPr marL="0" indent="0" defTabSz="825500">
              <a:lnSpc>
                <a:spcPct val="100000"/>
              </a:lnSpc>
              <a:spcBef>
                <a:spcPts val="0"/>
              </a:spcBef>
              <a:buSzTx/>
              <a:buNone/>
              <a:defRPr sz="5500" b="1"/>
            </a:lvl1pPr>
            <a:lvl2pPr marL="0" indent="457200" defTabSz="825500">
              <a:lnSpc>
                <a:spcPct val="100000"/>
              </a:lnSpc>
              <a:spcBef>
                <a:spcPts val="0"/>
              </a:spcBef>
              <a:buSzTx/>
              <a:buNone/>
              <a:defRPr sz="5500" b="1"/>
            </a:lvl2pPr>
            <a:lvl3pPr marL="0" indent="914400" defTabSz="825500">
              <a:lnSpc>
                <a:spcPct val="100000"/>
              </a:lnSpc>
              <a:spcBef>
                <a:spcPts val="0"/>
              </a:spcBef>
              <a:buSzTx/>
              <a:buNone/>
              <a:defRPr sz="5500" b="1"/>
            </a:lvl3pPr>
            <a:lvl4pPr marL="0" indent="1371600" defTabSz="825500">
              <a:lnSpc>
                <a:spcPct val="100000"/>
              </a:lnSpc>
              <a:spcBef>
                <a:spcPts val="0"/>
              </a:spcBef>
              <a:buSzTx/>
              <a:buNone/>
              <a:defRPr sz="5500" b="1"/>
            </a:lvl4pPr>
            <a:lvl5pPr marL="0" indent="1828800" defTabSz="825500">
              <a:lnSpc>
                <a:spcPct val="100000"/>
              </a:lnSpc>
              <a:spcBef>
                <a:spcPts val="0"/>
              </a:spcBef>
              <a:buSzTx/>
              <a:buNone/>
              <a:defRPr sz="5500" b="1"/>
            </a:lvl5pPr>
          </a:lstStyle>
          <a:p>
            <a:r>
              <a:t>Slide Subtitle</a:t>
            </a:r>
          </a:p>
          <a:p>
            <a:pPr lvl="1"/>
          </a:p>
          <a:p>
            <a:pPr lvl="2"/>
          </a:p>
          <a:p>
            <a:pPr lvl="3"/>
          </a:p>
          <a:p>
            <a:pPr lvl="4"/>
          </a:p>
        </p:txBody>
      </p:sp>
      <p:sp>
        <p:nvSpPr>
          <p:cNvPr id="34" name="Slide Number"/>
          <p:cNvSpPr txBox="1"/>
          <p:nvPr>
            <p:ph type="sldNum" sz="quarter" idx="2"/>
          </p:nvPr>
        </p:nvSpPr>
        <p:spPr>
          <a:xfrm>
            <a:off x="12001499" y="13085233"/>
            <a:ext cx="368505" cy="374600"/>
          </a:xfrm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rPr/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Title &amp; Bulle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Slide Title"/>
          <p:cNvSpPr txBox="1"/>
          <p:nvPr>
            <p:ph type="title" hasCustomPrompt="1"/>
          </p:nvPr>
        </p:nvSpPr>
        <p:spPr>
          <a:prstGeom prst="rect">
            <a:avLst/>
          </a:prstGeom>
        </p:spPr>
        <p:txBody>
          <a:bodyPr/>
          <a:lstStyle/>
          <a:p>
            <a:r>
              <a:t>Slide Title</a:t>
            </a:r>
          </a:p>
        </p:txBody>
      </p:sp>
      <p:sp>
        <p:nvSpPr>
          <p:cNvPr id="42" name="Slide Subtitle"/>
          <p:cNvSpPr txBox="1"/>
          <p:nvPr>
            <p:ph type="body" sz="quarter" idx="21" hasCustomPrompt="1"/>
          </p:nvPr>
        </p:nvSpPr>
        <p:spPr>
          <a:xfrm>
            <a:off x="1206500" y="2372962"/>
            <a:ext cx="21971000" cy="934780"/>
          </a:xfrm>
          <a:prstGeom prst="rect">
            <a:avLst/>
          </a:prstGeom>
        </p:spPr>
        <p:txBody>
          <a:bodyPr lIns="45719" tIns="45719" rIns="45719" bIns="45719"/>
          <a:lstStyle>
            <a:lvl1pPr marL="0" indent="0" defTabSz="825500">
              <a:lnSpc>
                <a:spcPct val="100000"/>
              </a:lnSpc>
              <a:spcBef>
                <a:spcPts val="0"/>
              </a:spcBef>
              <a:buSzTx/>
              <a:buNone/>
              <a:defRPr sz="5500" b="1"/>
            </a:lvl1pPr>
          </a:lstStyle>
          <a:p>
            <a:r>
              <a:t>Slide Subtitle</a:t>
            </a:r>
          </a:p>
        </p:txBody>
      </p:sp>
      <p:sp>
        <p:nvSpPr>
          <p:cNvPr id="43" name="Body Level One…"/>
          <p:cNvSpPr txBox="1"/>
          <p:nvPr>
            <p:ph type="body" idx="1" hasCustomPrompt="1"/>
          </p:nvPr>
        </p:nvSpPr>
        <p:spPr>
          <a:prstGeom prst="rect">
            <a:avLst/>
          </a:prstGeom>
        </p:spPr>
        <p:txBody>
          <a:bodyPr/>
          <a:lstStyle/>
          <a:p>
            <a:r>
              <a:t>Slide bullet text</a:t>
            </a:r>
          </a:p>
          <a:p>
            <a:pPr lvl="1"/>
          </a:p>
          <a:p>
            <a:pPr lvl="2"/>
          </a:p>
          <a:p>
            <a:pPr lvl="3"/>
          </a:p>
          <a:p>
            <a:pPr lvl="4"/>
          </a:p>
        </p:txBody>
      </p:sp>
      <p:sp>
        <p:nvSpPr>
          <p:cNvPr id="44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rPr/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Bulle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Body Level One…"/>
          <p:cNvSpPr txBox="1"/>
          <p:nvPr>
            <p:ph type="body" idx="1" hasCustomPrompt="1"/>
          </p:nvPr>
        </p:nvSpPr>
        <p:spPr>
          <a:prstGeom prst="rect">
            <a:avLst/>
          </a:prstGeom>
        </p:spPr>
        <p:txBody>
          <a:bodyPr numCol="2" spcCol="1098550"/>
          <a:lstStyle/>
          <a:p>
            <a:r>
              <a:t>Slide bullet text</a:t>
            </a:r>
          </a:p>
          <a:p>
            <a:pPr lvl="1"/>
          </a:p>
          <a:p>
            <a:pPr lvl="2"/>
          </a:p>
          <a:p>
            <a:pPr lvl="3"/>
          </a:p>
          <a:p>
            <a:pPr lvl="4"/>
          </a:p>
        </p:txBody>
      </p:sp>
      <p:sp>
        <p:nvSpPr>
          <p:cNvPr id="52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rPr/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Title, Bullets &amp; Pho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Slide Subtitle"/>
          <p:cNvSpPr txBox="1"/>
          <p:nvPr>
            <p:ph type="body" sz="quarter" idx="21" hasCustomPrompt="1"/>
          </p:nvPr>
        </p:nvSpPr>
        <p:spPr>
          <a:xfrm>
            <a:off x="1206500" y="2372962"/>
            <a:ext cx="9779000" cy="934780"/>
          </a:xfrm>
          <a:prstGeom prst="rect">
            <a:avLst/>
          </a:prstGeom>
        </p:spPr>
        <p:txBody>
          <a:bodyPr lIns="45719" tIns="45719" rIns="45719" bIns="45719"/>
          <a:lstStyle>
            <a:lvl1pPr marL="0" indent="0" defTabSz="825500">
              <a:lnSpc>
                <a:spcPct val="100000"/>
              </a:lnSpc>
              <a:spcBef>
                <a:spcPts val="0"/>
              </a:spcBef>
              <a:buSzTx/>
              <a:buNone/>
              <a:defRPr sz="5500" b="1"/>
            </a:lvl1pPr>
          </a:lstStyle>
          <a:p>
            <a:r>
              <a:t>Slide Subtitle</a:t>
            </a:r>
          </a:p>
        </p:txBody>
      </p:sp>
      <p:sp>
        <p:nvSpPr>
          <p:cNvPr id="60" name="Body Level One…"/>
          <p:cNvSpPr txBox="1"/>
          <p:nvPr>
            <p:ph type="body" sz="half" idx="1" hasCustomPrompt="1"/>
          </p:nvPr>
        </p:nvSpPr>
        <p:spPr>
          <a:xfrm>
            <a:off x="1206500" y="4248504"/>
            <a:ext cx="9779000" cy="8256630"/>
          </a:xfrm>
          <a:prstGeom prst="rect">
            <a:avLst/>
          </a:prstGeom>
        </p:spPr>
        <p:txBody>
          <a:bodyPr/>
          <a:lstStyle/>
          <a:p>
            <a:r>
              <a:t>Slide bullet text</a:t>
            </a:r>
          </a:p>
          <a:p>
            <a:pPr lvl="1"/>
          </a:p>
          <a:p>
            <a:pPr lvl="2"/>
          </a:p>
          <a:p>
            <a:pPr lvl="3"/>
          </a:p>
          <a:p>
            <a:pPr lvl="4"/>
          </a:p>
        </p:txBody>
      </p:sp>
      <p:sp>
        <p:nvSpPr>
          <p:cNvPr id="61" name="Bowl of pappardelle pasta with parsley butter, roasted hazelnuts and shaved parmesan cheese"/>
          <p:cNvSpPr/>
          <p:nvPr>
            <p:ph type="pic" idx="22"/>
          </p:nvPr>
        </p:nvSpPr>
        <p:spPr>
          <a:xfrm>
            <a:off x="12192000" y="-407266"/>
            <a:ext cx="10916874" cy="14555832"/>
          </a:xfrm>
          <a:prstGeom prst="rect">
            <a:avLst/>
          </a:prstGeom>
        </p:spPr>
        <p:txBody>
          <a:bodyPr lIns="91439" tIns="45719" rIns="91439" bIns="45719">
            <a:noAutofit/>
          </a:bodyPr>
          <a:lstStyle/>
          <a:p/>
        </p:txBody>
      </p:sp>
      <p:sp>
        <p:nvSpPr>
          <p:cNvPr id="62" name="Slide Title"/>
          <p:cNvSpPr txBox="1"/>
          <p:nvPr>
            <p:ph type="title" hasCustomPrompt="1"/>
          </p:nvPr>
        </p:nvSpPr>
        <p:spPr>
          <a:xfrm>
            <a:off x="1206500" y="1079500"/>
            <a:ext cx="9779000" cy="1435100"/>
          </a:xfrm>
          <a:prstGeom prst="rect">
            <a:avLst/>
          </a:prstGeom>
        </p:spPr>
        <p:txBody>
          <a:bodyPr/>
          <a:lstStyle/>
          <a:p>
            <a:r>
              <a:t>Slide Title</a:t>
            </a:r>
          </a:p>
        </p:txBody>
      </p:sp>
      <p:sp>
        <p:nvSpPr>
          <p:cNvPr id="63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rPr/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Title, Bullets &amp; Live Video Smal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Slide Subtitle"/>
          <p:cNvSpPr txBox="1"/>
          <p:nvPr>
            <p:ph type="body" sz="quarter" idx="21" hasCustomPrompt="1"/>
          </p:nvPr>
        </p:nvSpPr>
        <p:spPr>
          <a:xfrm>
            <a:off x="1206500" y="2372962"/>
            <a:ext cx="9779000" cy="934780"/>
          </a:xfrm>
          <a:prstGeom prst="rect">
            <a:avLst/>
          </a:prstGeom>
        </p:spPr>
        <p:txBody>
          <a:bodyPr lIns="45719" tIns="45719" rIns="45719" bIns="45719"/>
          <a:lstStyle>
            <a:lvl1pPr marL="0" indent="0" defTabSz="825500">
              <a:lnSpc>
                <a:spcPct val="100000"/>
              </a:lnSpc>
              <a:spcBef>
                <a:spcPts val="0"/>
              </a:spcBef>
              <a:buSzTx/>
              <a:buNone/>
              <a:defRPr sz="5500" b="1"/>
            </a:lvl1pPr>
          </a:lstStyle>
          <a:p>
            <a:r>
              <a:t>Slide Subtitle</a:t>
            </a:r>
          </a:p>
        </p:txBody>
      </p:sp>
      <p:sp>
        <p:nvSpPr>
          <p:cNvPr id="71" name="Body Level One…"/>
          <p:cNvSpPr txBox="1"/>
          <p:nvPr>
            <p:ph type="body" sz="half" idx="1" hasCustomPrompt="1"/>
          </p:nvPr>
        </p:nvSpPr>
        <p:spPr>
          <a:xfrm>
            <a:off x="1206500" y="4248504"/>
            <a:ext cx="9779000" cy="8256630"/>
          </a:xfrm>
          <a:prstGeom prst="rect">
            <a:avLst/>
          </a:prstGeom>
        </p:spPr>
        <p:txBody>
          <a:bodyPr/>
          <a:lstStyle/>
          <a:p>
            <a:r>
              <a:t>Slide bullet text</a:t>
            </a:r>
          </a:p>
          <a:p>
            <a:pPr lvl="1"/>
          </a:p>
          <a:p>
            <a:pPr lvl="2"/>
          </a:p>
          <a:p>
            <a:pPr lvl="3"/>
          </a:p>
          <a:p>
            <a:pPr lvl="4"/>
          </a:p>
        </p:txBody>
      </p:sp>
      <p:sp>
        <p:nvSpPr>
          <p:cNvPr id="72" name="Slide Title"/>
          <p:cNvSpPr txBox="1"/>
          <p:nvPr>
            <p:ph type="title" hasCustomPrompt="1"/>
          </p:nvPr>
        </p:nvSpPr>
        <p:spPr>
          <a:xfrm>
            <a:off x="1206500" y="1079500"/>
            <a:ext cx="9779000" cy="1435100"/>
          </a:xfrm>
          <a:prstGeom prst="rect">
            <a:avLst/>
          </a:prstGeom>
        </p:spPr>
        <p:txBody>
          <a:bodyPr/>
          <a:lstStyle/>
          <a:p>
            <a:r>
              <a:t>Slide Title</a:t>
            </a:r>
          </a:p>
        </p:txBody>
      </p:sp>
      <p:sp>
        <p:nvSpPr>
          <p:cNvPr id="73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rPr/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Title, Bullets &amp; Live Video Lar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Slide Subtitle"/>
          <p:cNvSpPr txBox="1"/>
          <p:nvPr>
            <p:ph type="body" sz="quarter" idx="21" hasCustomPrompt="1"/>
          </p:nvPr>
        </p:nvSpPr>
        <p:spPr>
          <a:xfrm>
            <a:off x="1206500" y="2372962"/>
            <a:ext cx="9779000" cy="934780"/>
          </a:xfrm>
          <a:prstGeom prst="rect">
            <a:avLst/>
          </a:prstGeom>
        </p:spPr>
        <p:txBody>
          <a:bodyPr lIns="45719" tIns="45719" rIns="45719" bIns="45719"/>
          <a:lstStyle>
            <a:lvl1pPr marL="0" indent="0" defTabSz="825500">
              <a:lnSpc>
                <a:spcPct val="100000"/>
              </a:lnSpc>
              <a:spcBef>
                <a:spcPts val="0"/>
              </a:spcBef>
              <a:buSzTx/>
              <a:buNone/>
              <a:defRPr sz="5500" b="1"/>
            </a:lvl1pPr>
          </a:lstStyle>
          <a:p>
            <a:r>
              <a:t>Slide Subtitle</a:t>
            </a:r>
          </a:p>
        </p:txBody>
      </p:sp>
      <p:sp>
        <p:nvSpPr>
          <p:cNvPr id="81" name="Body Level One…"/>
          <p:cNvSpPr txBox="1"/>
          <p:nvPr>
            <p:ph type="body" sz="half" idx="1" hasCustomPrompt="1"/>
          </p:nvPr>
        </p:nvSpPr>
        <p:spPr>
          <a:xfrm>
            <a:off x="1206500" y="4248504"/>
            <a:ext cx="9779000" cy="8256630"/>
          </a:xfrm>
          <a:prstGeom prst="rect">
            <a:avLst/>
          </a:prstGeom>
        </p:spPr>
        <p:txBody>
          <a:bodyPr/>
          <a:lstStyle/>
          <a:p>
            <a:r>
              <a:t>Slide bullet text</a:t>
            </a:r>
          </a:p>
          <a:p>
            <a:pPr lvl="1"/>
          </a:p>
          <a:p>
            <a:pPr lvl="2"/>
          </a:p>
          <a:p>
            <a:pPr lvl="3"/>
          </a:p>
          <a:p>
            <a:pPr lvl="4"/>
          </a:p>
        </p:txBody>
      </p:sp>
      <p:sp>
        <p:nvSpPr>
          <p:cNvPr id="82" name="Slide Title"/>
          <p:cNvSpPr txBox="1"/>
          <p:nvPr>
            <p:ph type="title" hasCustomPrompt="1"/>
          </p:nvPr>
        </p:nvSpPr>
        <p:spPr>
          <a:xfrm>
            <a:off x="1206500" y="1079500"/>
            <a:ext cx="9779000" cy="1435100"/>
          </a:xfrm>
          <a:prstGeom prst="rect">
            <a:avLst/>
          </a:prstGeom>
        </p:spPr>
        <p:txBody>
          <a:bodyPr/>
          <a:lstStyle/>
          <a:p>
            <a:r>
              <a:t>Slide Title</a:t>
            </a:r>
          </a:p>
        </p:txBody>
      </p:sp>
      <p:sp>
        <p:nvSpPr>
          <p:cNvPr id="83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rPr/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Section Title"/>
          <p:cNvSpPr txBox="1"/>
          <p:nvPr>
            <p:ph type="title" hasCustomPrompt="1"/>
          </p:nvPr>
        </p:nvSpPr>
        <p:spPr>
          <a:xfrm>
            <a:off x="1206496" y="4533900"/>
            <a:ext cx="21971004" cy="4648200"/>
          </a:xfrm>
          <a:prstGeom prst="rect">
            <a:avLst/>
          </a:prstGeom>
        </p:spPr>
        <p:txBody>
          <a:bodyPr anchor="ctr"/>
          <a:lstStyle>
            <a:lvl1pPr>
              <a:defRPr sz="11600" b="0" spc="-232">
                <a:latin typeface="Helvetica Neue Medium" panose="02000503000000020004"/>
                <a:ea typeface="Helvetica Neue Medium" panose="02000503000000020004"/>
                <a:cs typeface="Helvetica Neue Medium" panose="02000503000000020004"/>
                <a:sym typeface="Helvetica Neue Medium" panose="02000503000000020004"/>
              </a:defRPr>
            </a:lvl1pPr>
          </a:lstStyle>
          <a:p>
            <a:r>
              <a:t>Section Title</a:t>
            </a:r>
          </a:p>
        </p:txBody>
      </p:sp>
      <p:sp>
        <p:nvSpPr>
          <p:cNvPr id="91" name="Slide Number"/>
          <p:cNvSpPr txBox="1"/>
          <p:nvPr>
            <p:ph type="sldNum" sz="quarter" idx="2"/>
          </p:nvPr>
        </p:nvSpPr>
        <p:spPr>
          <a:xfrm>
            <a:off x="12001499" y="13085233"/>
            <a:ext cx="368505" cy="374600"/>
          </a:xfrm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rPr/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Slide Title"/>
          <p:cNvSpPr txBox="1"/>
          <p:nvPr>
            <p:ph type="title" hasCustomPrompt="1"/>
          </p:nvPr>
        </p:nvSpPr>
        <p:spPr>
          <a:xfrm>
            <a:off x="1206500" y="1079500"/>
            <a:ext cx="21971000" cy="1434949"/>
          </a:xfrm>
          <a:prstGeom prst="rect">
            <a:avLst/>
          </a:prstGeom>
        </p:spPr>
        <p:txBody>
          <a:bodyPr/>
          <a:lstStyle/>
          <a:p>
            <a:r>
              <a:t>Slide Title</a:t>
            </a:r>
          </a:p>
        </p:txBody>
      </p:sp>
      <p:sp>
        <p:nvSpPr>
          <p:cNvPr id="99" name="Slide Subtitle"/>
          <p:cNvSpPr txBox="1"/>
          <p:nvPr>
            <p:ph type="body" sz="quarter" idx="21" hasCustomPrompt="1"/>
          </p:nvPr>
        </p:nvSpPr>
        <p:spPr>
          <a:xfrm>
            <a:off x="1206500" y="2372962"/>
            <a:ext cx="21971000" cy="934780"/>
          </a:xfrm>
          <a:prstGeom prst="rect">
            <a:avLst/>
          </a:prstGeom>
        </p:spPr>
        <p:txBody>
          <a:bodyPr lIns="45719" tIns="45719" rIns="45719" bIns="45719"/>
          <a:lstStyle>
            <a:lvl1pPr marL="0" indent="0" defTabSz="825500">
              <a:lnSpc>
                <a:spcPct val="100000"/>
              </a:lnSpc>
              <a:spcBef>
                <a:spcPts val="0"/>
              </a:spcBef>
              <a:buSzTx/>
              <a:buNone/>
              <a:defRPr sz="5500" b="1"/>
            </a:lvl1pPr>
          </a:lstStyle>
          <a:p>
            <a:r>
              <a:t>Slide Subtitle</a:t>
            </a:r>
          </a:p>
        </p:txBody>
      </p:sp>
      <p:sp>
        <p:nvSpPr>
          <p:cNvPr id="100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rPr/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A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Agenda Title"/>
          <p:cNvSpPr txBox="1"/>
          <p:nvPr>
            <p:ph type="title" hasCustomPrompt="1"/>
          </p:nvPr>
        </p:nvSpPr>
        <p:spPr>
          <a:xfrm>
            <a:off x="1206500" y="1079500"/>
            <a:ext cx="21971000" cy="1435100"/>
          </a:xfrm>
          <a:prstGeom prst="rect">
            <a:avLst/>
          </a:prstGeom>
        </p:spPr>
        <p:txBody>
          <a:bodyPr/>
          <a:lstStyle/>
          <a:p>
            <a:r>
              <a:t>Agenda Title</a:t>
            </a:r>
          </a:p>
        </p:txBody>
      </p:sp>
      <p:sp>
        <p:nvSpPr>
          <p:cNvPr id="108" name="Agenda Subtitle"/>
          <p:cNvSpPr txBox="1"/>
          <p:nvPr>
            <p:ph type="body" sz="quarter" idx="21" hasCustomPrompt="1"/>
          </p:nvPr>
        </p:nvSpPr>
        <p:spPr>
          <a:xfrm>
            <a:off x="1206500" y="2372962"/>
            <a:ext cx="21971000" cy="934780"/>
          </a:xfrm>
          <a:prstGeom prst="rect">
            <a:avLst/>
          </a:prstGeom>
        </p:spPr>
        <p:txBody>
          <a:bodyPr lIns="45719" tIns="45719" rIns="45719" bIns="45719"/>
          <a:lstStyle>
            <a:lvl1pPr marL="0" indent="0" defTabSz="825500">
              <a:lnSpc>
                <a:spcPct val="100000"/>
              </a:lnSpc>
              <a:spcBef>
                <a:spcPts val="0"/>
              </a:spcBef>
              <a:buSzTx/>
              <a:buNone/>
              <a:defRPr sz="5500" b="1"/>
            </a:lvl1pPr>
          </a:lstStyle>
          <a:p>
            <a:r>
              <a:t>Agenda Subtitle</a:t>
            </a:r>
          </a:p>
        </p:txBody>
      </p:sp>
      <p:sp>
        <p:nvSpPr>
          <p:cNvPr id="109" name="Body Level One…"/>
          <p:cNvSpPr txBox="1"/>
          <p:nvPr>
            <p:ph type="body" idx="1" hasCustomPrompt="1"/>
          </p:nvPr>
        </p:nvSpPr>
        <p:spPr>
          <a:prstGeom prst="rect">
            <a:avLst/>
          </a:prstGeom>
        </p:spPr>
        <p:txBody>
          <a:bodyPr/>
          <a:lstStyle>
            <a:lvl1pPr marL="0" indent="0" defTabSz="825500">
              <a:lnSpc>
                <a:spcPct val="100000"/>
              </a:lnSpc>
              <a:spcBef>
                <a:spcPts val="1800"/>
              </a:spcBef>
              <a:buSzTx/>
              <a:buNone/>
              <a:defRPr sz="5500" spc="-55"/>
            </a:lvl1pPr>
            <a:lvl2pPr marL="0" indent="457200" defTabSz="825500">
              <a:lnSpc>
                <a:spcPct val="100000"/>
              </a:lnSpc>
              <a:spcBef>
                <a:spcPts val="1800"/>
              </a:spcBef>
              <a:buSzTx/>
              <a:buNone/>
              <a:defRPr sz="5500" spc="-55"/>
            </a:lvl2pPr>
            <a:lvl3pPr marL="0" indent="914400" defTabSz="825500">
              <a:lnSpc>
                <a:spcPct val="100000"/>
              </a:lnSpc>
              <a:spcBef>
                <a:spcPts val="1800"/>
              </a:spcBef>
              <a:buSzTx/>
              <a:buNone/>
              <a:defRPr sz="5500" spc="-55"/>
            </a:lvl3pPr>
            <a:lvl4pPr marL="0" indent="1371600" defTabSz="825500">
              <a:lnSpc>
                <a:spcPct val="100000"/>
              </a:lnSpc>
              <a:spcBef>
                <a:spcPts val="1800"/>
              </a:spcBef>
              <a:buSzTx/>
              <a:buNone/>
              <a:defRPr sz="5500" spc="-55"/>
            </a:lvl4pPr>
            <a:lvl5pPr marL="0" indent="1828800" defTabSz="825500">
              <a:lnSpc>
                <a:spcPct val="100000"/>
              </a:lnSpc>
              <a:spcBef>
                <a:spcPts val="1800"/>
              </a:spcBef>
              <a:buSzTx/>
              <a:buNone/>
              <a:defRPr sz="5500" spc="-55"/>
            </a:lvl5pPr>
          </a:lstStyle>
          <a:p>
            <a:r>
              <a:t>Agenda Topics</a:t>
            </a:r>
          </a:p>
          <a:p>
            <a:pPr lvl="1"/>
          </a:p>
          <a:p>
            <a:pPr lvl="2"/>
          </a:p>
          <a:p>
            <a:pPr lvl="3"/>
          </a:p>
          <a:p>
            <a:pPr lvl="4"/>
          </a:p>
        </p:txBody>
      </p:sp>
      <p:sp>
        <p:nvSpPr>
          <p:cNvPr id="110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rPr/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Statem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Body Level One…"/>
          <p:cNvSpPr txBox="1"/>
          <p:nvPr>
            <p:ph type="body" sz="half" idx="1" hasCustomPrompt="1"/>
          </p:nvPr>
        </p:nvSpPr>
        <p:spPr>
          <a:xfrm>
            <a:off x="1206500" y="4920843"/>
            <a:ext cx="21971000" cy="3874314"/>
          </a:xfrm>
          <a:prstGeom prst="rect">
            <a:avLst/>
          </a:prstGeom>
        </p:spPr>
        <p:txBody>
          <a:bodyPr anchor="ctr"/>
          <a:lstStyle>
            <a:lvl1pPr marL="0" indent="0" algn="ctr">
              <a:lnSpc>
                <a:spcPct val="80000"/>
              </a:lnSpc>
              <a:spcBef>
                <a:spcPts val="0"/>
              </a:spcBef>
              <a:buSzTx/>
              <a:buNone/>
              <a:defRPr sz="11600" spc="-232">
                <a:latin typeface="Helvetica Neue Medium" panose="02000503000000020004"/>
                <a:ea typeface="Helvetica Neue Medium" panose="02000503000000020004"/>
                <a:cs typeface="Helvetica Neue Medium" panose="02000503000000020004"/>
                <a:sym typeface="Helvetica Neue Medium" panose="02000503000000020004"/>
              </a:defRPr>
            </a:lvl1pPr>
            <a:lvl2pPr marL="0" indent="457200" algn="ctr">
              <a:lnSpc>
                <a:spcPct val="80000"/>
              </a:lnSpc>
              <a:spcBef>
                <a:spcPts val="0"/>
              </a:spcBef>
              <a:buSzTx/>
              <a:buNone/>
              <a:defRPr sz="11600" spc="-232">
                <a:latin typeface="Helvetica Neue Medium" panose="02000503000000020004"/>
                <a:ea typeface="Helvetica Neue Medium" panose="02000503000000020004"/>
                <a:cs typeface="Helvetica Neue Medium" panose="02000503000000020004"/>
                <a:sym typeface="Helvetica Neue Medium" panose="02000503000000020004"/>
              </a:defRPr>
            </a:lvl2pPr>
            <a:lvl3pPr marL="0" indent="914400" algn="ctr">
              <a:lnSpc>
                <a:spcPct val="80000"/>
              </a:lnSpc>
              <a:spcBef>
                <a:spcPts val="0"/>
              </a:spcBef>
              <a:buSzTx/>
              <a:buNone/>
              <a:defRPr sz="11600" spc="-232">
                <a:latin typeface="Helvetica Neue Medium" panose="02000503000000020004"/>
                <a:ea typeface="Helvetica Neue Medium" panose="02000503000000020004"/>
                <a:cs typeface="Helvetica Neue Medium" panose="02000503000000020004"/>
                <a:sym typeface="Helvetica Neue Medium" panose="02000503000000020004"/>
              </a:defRPr>
            </a:lvl3pPr>
            <a:lvl4pPr marL="0" indent="1371600" algn="ctr">
              <a:lnSpc>
                <a:spcPct val="80000"/>
              </a:lnSpc>
              <a:spcBef>
                <a:spcPts val="0"/>
              </a:spcBef>
              <a:buSzTx/>
              <a:buNone/>
              <a:defRPr sz="11600" spc="-232">
                <a:latin typeface="Helvetica Neue Medium" panose="02000503000000020004"/>
                <a:ea typeface="Helvetica Neue Medium" panose="02000503000000020004"/>
                <a:cs typeface="Helvetica Neue Medium" panose="02000503000000020004"/>
                <a:sym typeface="Helvetica Neue Medium" panose="02000503000000020004"/>
              </a:defRPr>
            </a:lvl4pPr>
            <a:lvl5pPr marL="0" indent="1828800" algn="ctr">
              <a:lnSpc>
                <a:spcPct val="80000"/>
              </a:lnSpc>
              <a:spcBef>
                <a:spcPts val="0"/>
              </a:spcBef>
              <a:buSzTx/>
              <a:buNone/>
              <a:defRPr sz="11600" spc="-232">
                <a:latin typeface="Helvetica Neue Medium" panose="02000503000000020004"/>
                <a:ea typeface="Helvetica Neue Medium" panose="02000503000000020004"/>
                <a:cs typeface="Helvetica Neue Medium" panose="02000503000000020004"/>
                <a:sym typeface="Helvetica Neue Medium" panose="02000503000000020004"/>
              </a:defRPr>
            </a:lvl5pPr>
          </a:lstStyle>
          <a:p>
            <a:r>
              <a:t>Statement</a:t>
            </a:r>
          </a:p>
          <a:p>
            <a:pPr lvl="1"/>
          </a:p>
          <a:p>
            <a:pPr lvl="2"/>
          </a:p>
          <a:p>
            <a:pPr lvl="3"/>
          </a:p>
          <a:p>
            <a:pPr lvl="4"/>
          </a:p>
        </p:txBody>
      </p:sp>
      <p:sp>
        <p:nvSpPr>
          <p:cNvPr id="118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rPr/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Big Fac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Body Level One…"/>
          <p:cNvSpPr txBox="1"/>
          <p:nvPr>
            <p:ph type="body" idx="1" hasCustomPrompt="1"/>
          </p:nvPr>
        </p:nvSpPr>
        <p:spPr>
          <a:xfrm>
            <a:off x="1206500" y="1075927"/>
            <a:ext cx="21971000" cy="7241584"/>
          </a:xfrm>
          <a:prstGeom prst="rect">
            <a:avLst/>
          </a:prstGeom>
        </p:spPr>
        <p:txBody>
          <a:bodyPr anchor="b"/>
          <a:lstStyle>
            <a:lvl1pPr marL="0" indent="0" algn="ctr">
              <a:lnSpc>
                <a:spcPct val="80000"/>
              </a:lnSpc>
              <a:spcBef>
                <a:spcPts val="0"/>
              </a:spcBef>
              <a:buSzTx/>
              <a:buNone/>
              <a:defRPr sz="25000" b="1" spc="-250"/>
            </a:lvl1pPr>
            <a:lvl2pPr marL="0" indent="457200" algn="ctr">
              <a:lnSpc>
                <a:spcPct val="80000"/>
              </a:lnSpc>
              <a:spcBef>
                <a:spcPts val="0"/>
              </a:spcBef>
              <a:buSzTx/>
              <a:buNone/>
              <a:defRPr sz="25000" b="1" spc="-250"/>
            </a:lvl2pPr>
            <a:lvl3pPr marL="0" indent="914400" algn="ctr">
              <a:lnSpc>
                <a:spcPct val="80000"/>
              </a:lnSpc>
              <a:spcBef>
                <a:spcPts val="0"/>
              </a:spcBef>
              <a:buSzTx/>
              <a:buNone/>
              <a:defRPr sz="25000" b="1" spc="-250"/>
            </a:lvl3pPr>
            <a:lvl4pPr marL="0" indent="1371600" algn="ctr">
              <a:lnSpc>
                <a:spcPct val="80000"/>
              </a:lnSpc>
              <a:spcBef>
                <a:spcPts val="0"/>
              </a:spcBef>
              <a:buSzTx/>
              <a:buNone/>
              <a:defRPr sz="25000" b="1" spc="-250"/>
            </a:lvl4pPr>
            <a:lvl5pPr marL="0" indent="1828800" algn="ctr">
              <a:lnSpc>
                <a:spcPct val="80000"/>
              </a:lnSpc>
              <a:spcBef>
                <a:spcPts val="0"/>
              </a:spcBef>
              <a:buSzTx/>
              <a:buNone/>
              <a:defRPr sz="25000" b="1" spc="-250"/>
            </a:lvl5pPr>
          </a:lstStyle>
          <a:p>
            <a:r>
              <a:t>100%</a:t>
            </a:r>
          </a:p>
          <a:p>
            <a:pPr lvl="1"/>
          </a:p>
          <a:p>
            <a:pPr lvl="2"/>
          </a:p>
          <a:p>
            <a:pPr lvl="3"/>
          </a:p>
          <a:p>
            <a:pPr lvl="4"/>
          </a:p>
        </p:txBody>
      </p:sp>
      <p:sp>
        <p:nvSpPr>
          <p:cNvPr id="126" name="Fact information"/>
          <p:cNvSpPr txBox="1"/>
          <p:nvPr>
            <p:ph type="body" sz="quarter" idx="21" hasCustomPrompt="1"/>
          </p:nvPr>
        </p:nvSpPr>
        <p:spPr>
          <a:xfrm>
            <a:off x="1206500" y="8262180"/>
            <a:ext cx="21971000" cy="934780"/>
          </a:xfrm>
          <a:prstGeom prst="rect">
            <a:avLst/>
          </a:prstGeom>
        </p:spPr>
        <p:txBody>
          <a:bodyPr lIns="45719" tIns="45719" rIns="45719" bIns="45719"/>
          <a:lstStyle>
            <a:lvl1pPr marL="0" indent="0" algn="ctr" defTabSz="825500">
              <a:lnSpc>
                <a:spcPct val="100000"/>
              </a:lnSpc>
              <a:spcBef>
                <a:spcPts val="0"/>
              </a:spcBef>
              <a:buSzTx/>
              <a:buNone/>
              <a:defRPr sz="5500" b="1"/>
            </a:lvl1pPr>
          </a:lstStyle>
          <a:p>
            <a:r>
              <a:t>Fact information</a:t>
            </a:r>
          </a:p>
        </p:txBody>
      </p:sp>
      <p:sp>
        <p:nvSpPr>
          <p:cNvPr id="127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rPr/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Quo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Attribution"/>
          <p:cNvSpPr txBox="1"/>
          <p:nvPr>
            <p:ph type="body" sz="quarter" idx="21" hasCustomPrompt="1"/>
          </p:nvPr>
        </p:nvSpPr>
        <p:spPr>
          <a:xfrm>
            <a:off x="2430025" y="10675453"/>
            <a:ext cx="20200052" cy="636979"/>
          </a:xfrm>
          <a:prstGeom prst="rect">
            <a:avLst/>
          </a:prstGeom>
        </p:spPr>
        <p:txBody>
          <a:bodyPr lIns="45719" tIns="45719" rIns="45719" bIns="45719"/>
          <a:lstStyle>
            <a:lvl1pPr marL="0" indent="0" defTabSz="825500">
              <a:lnSpc>
                <a:spcPct val="100000"/>
              </a:lnSpc>
              <a:spcBef>
                <a:spcPts val="0"/>
              </a:spcBef>
              <a:buSzTx/>
              <a:buNone/>
              <a:defRPr sz="3600" b="1"/>
            </a:lvl1pPr>
          </a:lstStyle>
          <a:p>
            <a:r>
              <a:t>Attribution</a:t>
            </a:r>
          </a:p>
        </p:txBody>
      </p:sp>
      <p:sp>
        <p:nvSpPr>
          <p:cNvPr id="135" name="Body Level One…"/>
          <p:cNvSpPr txBox="1"/>
          <p:nvPr>
            <p:ph type="body" sz="half" idx="1" hasCustomPrompt="1"/>
          </p:nvPr>
        </p:nvSpPr>
        <p:spPr>
          <a:xfrm>
            <a:off x="1753923" y="4939860"/>
            <a:ext cx="20876154" cy="3836280"/>
          </a:xfrm>
          <a:prstGeom prst="rect">
            <a:avLst/>
          </a:prstGeom>
        </p:spPr>
        <p:txBody>
          <a:bodyPr/>
          <a:lstStyle>
            <a:lvl1pPr marL="638810" indent="-469900">
              <a:spcBef>
                <a:spcPts val="0"/>
              </a:spcBef>
              <a:buSzTx/>
              <a:buNone/>
              <a:defRPr sz="8500" spc="-170">
                <a:latin typeface="Helvetica Neue Medium" panose="02000503000000020004"/>
                <a:ea typeface="Helvetica Neue Medium" panose="02000503000000020004"/>
                <a:cs typeface="Helvetica Neue Medium" panose="02000503000000020004"/>
                <a:sym typeface="Helvetica Neue Medium" panose="02000503000000020004"/>
              </a:defRPr>
            </a:lvl1pPr>
            <a:lvl2pPr marL="638810" indent="-12700">
              <a:spcBef>
                <a:spcPts val="0"/>
              </a:spcBef>
              <a:buSzTx/>
              <a:buNone/>
              <a:defRPr sz="8500" spc="-170">
                <a:latin typeface="Helvetica Neue Medium" panose="02000503000000020004"/>
                <a:ea typeface="Helvetica Neue Medium" panose="02000503000000020004"/>
                <a:cs typeface="Helvetica Neue Medium" panose="02000503000000020004"/>
                <a:sym typeface="Helvetica Neue Medium" panose="02000503000000020004"/>
              </a:defRPr>
            </a:lvl2pPr>
            <a:lvl3pPr marL="638810" indent="444500">
              <a:spcBef>
                <a:spcPts val="0"/>
              </a:spcBef>
              <a:buSzTx/>
              <a:buNone/>
              <a:defRPr sz="8500" spc="-170">
                <a:latin typeface="Helvetica Neue Medium" panose="02000503000000020004"/>
                <a:ea typeface="Helvetica Neue Medium" panose="02000503000000020004"/>
                <a:cs typeface="Helvetica Neue Medium" panose="02000503000000020004"/>
                <a:sym typeface="Helvetica Neue Medium" panose="02000503000000020004"/>
              </a:defRPr>
            </a:lvl3pPr>
            <a:lvl4pPr marL="638810" indent="901700">
              <a:spcBef>
                <a:spcPts val="0"/>
              </a:spcBef>
              <a:buSzTx/>
              <a:buNone/>
              <a:defRPr sz="8500" spc="-170">
                <a:latin typeface="Helvetica Neue Medium" panose="02000503000000020004"/>
                <a:ea typeface="Helvetica Neue Medium" panose="02000503000000020004"/>
                <a:cs typeface="Helvetica Neue Medium" panose="02000503000000020004"/>
                <a:sym typeface="Helvetica Neue Medium" panose="02000503000000020004"/>
              </a:defRPr>
            </a:lvl4pPr>
            <a:lvl5pPr marL="638810" indent="1358900">
              <a:spcBef>
                <a:spcPts val="0"/>
              </a:spcBef>
              <a:buSzTx/>
              <a:buNone/>
              <a:defRPr sz="8500" spc="-170">
                <a:latin typeface="Helvetica Neue Medium" panose="02000503000000020004"/>
                <a:ea typeface="Helvetica Neue Medium" panose="02000503000000020004"/>
                <a:cs typeface="Helvetica Neue Medium" panose="02000503000000020004"/>
                <a:sym typeface="Helvetica Neue Medium" panose="02000503000000020004"/>
              </a:defRPr>
            </a:lvl5pPr>
          </a:lstStyle>
          <a:p>
            <a:r>
              <a:t>“Notable Quote”</a:t>
            </a:r>
          </a:p>
          <a:p>
            <a:pPr lvl="1"/>
          </a:p>
          <a:p>
            <a:pPr lvl="2"/>
          </a:p>
          <a:p>
            <a:pPr lvl="3"/>
          </a:p>
          <a:p>
            <a:pPr lvl="4"/>
          </a:p>
        </p:txBody>
      </p:sp>
      <p:sp>
        <p:nvSpPr>
          <p:cNvPr id="136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rPr/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Photo - 3 Up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" name="Bowl of salad with fried rice, boiled eggs and chopsticks"/>
          <p:cNvSpPr/>
          <p:nvPr>
            <p:ph type="pic" sz="quarter" idx="21"/>
          </p:nvPr>
        </p:nvSpPr>
        <p:spPr>
          <a:xfrm>
            <a:off x="15760700" y="1016000"/>
            <a:ext cx="7439099" cy="5949678"/>
          </a:xfrm>
          <a:prstGeom prst="rect">
            <a:avLst/>
          </a:prstGeom>
        </p:spPr>
        <p:txBody>
          <a:bodyPr lIns="91439" tIns="45719" rIns="91439" bIns="45719">
            <a:noAutofit/>
          </a:bodyPr>
          <a:lstStyle/>
          <a:p/>
        </p:txBody>
      </p:sp>
      <p:sp>
        <p:nvSpPr>
          <p:cNvPr id="144" name="Bowl with salmon cakes, salad and houmous "/>
          <p:cNvSpPr/>
          <p:nvPr>
            <p:ph type="pic" sz="half" idx="22"/>
          </p:nvPr>
        </p:nvSpPr>
        <p:spPr>
          <a:xfrm>
            <a:off x="13500100" y="3978275"/>
            <a:ext cx="10439400" cy="12150181"/>
          </a:xfrm>
          <a:prstGeom prst="rect">
            <a:avLst/>
          </a:prstGeom>
        </p:spPr>
        <p:txBody>
          <a:bodyPr lIns="91439" tIns="45719" rIns="91439" bIns="45719">
            <a:noAutofit/>
          </a:bodyPr>
          <a:lstStyle/>
          <a:p/>
        </p:txBody>
      </p:sp>
      <p:sp>
        <p:nvSpPr>
          <p:cNvPr id="145" name="Bowl of pappardelle pasta with parsley butter, roasted hazelnuts and shaved parmesan cheese"/>
          <p:cNvSpPr/>
          <p:nvPr>
            <p:ph type="pic" idx="23"/>
          </p:nvPr>
        </p:nvSpPr>
        <p:spPr>
          <a:xfrm>
            <a:off x="-139700" y="495300"/>
            <a:ext cx="16611600" cy="12458700"/>
          </a:xfrm>
          <a:prstGeom prst="rect">
            <a:avLst/>
          </a:prstGeom>
        </p:spPr>
        <p:txBody>
          <a:bodyPr lIns="91439" tIns="45719" rIns="91439" bIns="45719">
            <a:noAutofit/>
          </a:bodyPr>
          <a:lstStyle/>
          <a:p/>
        </p:txBody>
      </p:sp>
      <p:sp>
        <p:nvSpPr>
          <p:cNvPr id="146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rPr/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Pho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" name="bowl of salad with fried rice, boiled eggs and chopsticks"/>
          <p:cNvSpPr/>
          <p:nvPr>
            <p:ph type="pic" idx="21"/>
          </p:nvPr>
        </p:nvSpPr>
        <p:spPr>
          <a:xfrm>
            <a:off x="-1333500" y="-5524500"/>
            <a:ext cx="27051000" cy="21640800"/>
          </a:xfrm>
          <a:prstGeom prst="rect">
            <a:avLst/>
          </a:prstGeom>
        </p:spPr>
        <p:txBody>
          <a:bodyPr lIns="91439" tIns="45719" rIns="91439" bIns="45719">
            <a:noAutofit/>
          </a:bodyPr>
          <a:lstStyle/>
          <a:p/>
        </p:txBody>
      </p:sp>
      <p:sp>
        <p:nvSpPr>
          <p:cNvPr id="154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fld id="{86CB4B4D-7CA3-9044-876B-883B54F8677D}" type="slidenum">
              <a:rPr/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rPr/>
            </a:fld>
            <a:endParaRPr/>
          </a:p>
        </p:txBody>
      </p:sp>
    </p:spTree>
  </p:cSld>
  <p:clrMapOvr>
    <a:masterClrMapping/>
  </p:clrMapOvr>
  <p:transition spd="med"/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8" Type="http://schemas.openxmlformats.org/officeDocument/2006/relationships/theme" Target="../theme/theme1.xml"/><Relationship Id="rId17" Type="http://schemas.openxmlformats.org/officeDocument/2006/relationships/slideLayout" Target="../slideLayouts/slideLayout17.xml"/><Relationship Id="rId16" Type="http://schemas.openxmlformats.org/officeDocument/2006/relationships/slideLayout" Target="../slideLayouts/slideLayout16.xml"/><Relationship Id="rId15" Type="http://schemas.openxmlformats.org/officeDocument/2006/relationships/slideLayout" Target="../slideLayouts/slideLayout15.xml"/><Relationship Id="rId14" Type="http://schemas.openxmlformats.org/officeDocument/2006/relationships/slideLayout" Target="../slideLayouts/slideLayout14.xml"/><Relationship Id="rId13" Type="http://schemas.openxmlformats.org/officeDocument/2006/relationships/slideLayout" Target="../slideLayouts/slideLayout13.xml"/><Relationship Id="rId12" Type="http://schemas.openxmlformats.org/officeDocument/2006/relationships/slideLayout" Target="../slideLayouts/slideLayout12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Title"/>
          <p:cNvSpPr txBox="1"/>
          <p:nvPr>
            <p:ph type="title" hasCustomPrompt="1"/>
          </p:nvPr>
        </p:nvSpPr>
        <p:spPr>
          <a:xfrm>
            <a:off x="1206500" y="1079500"/>
            <a:ext cx="21971000" cy="1433163"/>
          </a:xfrm>
          <a:prstGeom prst="rect">
            <a:avLst/>
          </a:prstGeom>
          <a:ln w="12700">
            <a:miter lim="400000"/>
          </a:ln>
        </p:spPr>
        <p:txBody>
          <a:bodyPr lIns="50800" tIns="50800" rIns="50800" bIns="50800">
            <a:normAutofit/>
          </a:bodyPr>
          <a:lstStyle/>
          <a:p>
            <a:r>
              <a:t>Slide Title</a:t>
            </a:r>
          </a:p>
        </p:txBody>
      </p:sp>
      <p:sp>
        <p:nvSpPr>
          <p:cNvPr id="3" name="Body Level One…"/>
          <p:cNvSpPr txBox="1"/>
          <p:nvPr>
            <p:ph type="body" idx="1" hasCustomPrompt="1"/>
          </p:nvPr>
        </p:nvSpPr>
        <p:spPr>
          <a:xfrm>
            <a:off x="1206500" y="4248504"/>
            <a:ext cx="21971000" cy="8256012"/>
          </a:xfrm>
          <a:prstGeom prst="rect">
            <a:avLst/>
          </a:prstGeom>
          <a:ln w="12700">
            <a:miter lim="400000"/>
          </a:ln>
        </p:spPr>
        <p:txBody>
          <a:bodyPr lIns="50800" tIns="50800" rIns="50800" bIns="50800">
            <a:normAutofit/>
          </a:bodyPr>
          <a:lstStyle/>
          <a:p>
            <a:r>
              <a:t>Slide bullet text</a:t>
            </a:r>
          </a:p>
          <a:p>
            <a:pPr lvl="1"/>
          </a:p>
          <a:p>
            <a:pPr lvl="2"/>
          </a:p>
          <a:p>
            <a:pPr lvl="3"/>
          </a:p>
          <a:p>
            <a:pPr lvl="4"/>
          </a:p>
        </p:txBody>
      </p:sp>
      <p:sp>
        <p:nvSpPr>
          <p:cNvPr id="4" name="Slide Number"/>
          <p:cNvSpPr txBox="1"/>
          <p:nvPr>
            <p:ph type="sldNum" sz="quarter" idx="2"/>
          </p:nvPr>
        </p:nvSpPr>
        <p:spPr>
          <a:xfrm>
            <a:off x="12001499" y="13080999"/>
            <a:ext cx="368505" cy="374600"/>
          </a:xfrm>
          <a:prstGeom prst="rect">
            <a:avLst/>
          </a:prstGeom>
          <a:ln w="12700">
            <a:miter lim="400000"/>
          </a:ln>
        </p:spPr>
        <p:txBody>
          <a:bodyPr wrap="none" lIns="50800" tIns="50800" rIns="50800" bIns="50800" anchor="b">
            <a:spAutoFit/>
          </a:bodyPr>
          <a:lstStyle>
            <a:lvl1pPr algn="ctr" defTabSz="584200">
              <a:lnSpc>
                <a:spcPct val="100000"/>
              </a:lnSpc>
              <a:spcBef>
                <a:spcPts val="0"/>
              </a:spcBef>
              <a:defRPr sz="1800"/>
            </a:lvl1pPr>
          </a:lstStyle>
          <a:p>
            <a:fld id="{86CB4B4D-7CA3-9044-876B-883B54F8677D}" type="slidenum">
              <a:rPr/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  <p:sldLayoutId id="2147483662" r:id="rId14"/>
    <p:sldLayoutId id="2147483663" r:id="rId15"/>
    <p:sldLayoutId id="2147483664" r:id="rId16"/>
    <p:sldLayoutId id="2147483665" r:id="rId17"/>
  </p:sldLayoutIdLst>
  <p:transition spd="med"/>
  <p:txStyles>
    <p:titleStyle>
      <a:lvl1pPr marL="0" marR="0" indent="0" algn="l" defTabSz="2438400" rtl="0" latinLnBrk="0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defRPr sz="8500" b="1" i="0" u="none" strike="noStrike" cap="none" spc="-170" baseline="0">
          <a:solidFill>
            <a:srgbClr val="000000"/>
          </a:solidFill>
          <a:uFillTx/>
          <a:latin typeface="+mn-lt"/>
          <a:ea typeface="+mn-ea"/>
          <a:cs typeface="+mn-cs"/>
          <a:sym typeface="Helvetica Neue" panose="02000503000000020004"/>
        </a:defRPr>
      </a:lvl1pPr>
      <a:lvl2pPr marL="0" marR="0" indent="457200" algn="l" defTabSz="2438400" rtl="0" latinLnBrk="0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defRPr sz="8500" b="1" i="0" u="none" strike="noStrike" cap="none" spc="-170" baseline="0">
          <a:solidFill>
            <a:srgbClr val="000000"/>
          </a:solidFill>
          <a:uFillTx/>
          <a:latin typeface="+mn-lt"/>
          <a:ea typeface="+mn-ea"/>
          <a:cs typeface="+mn-cs"/>
          <a:sym typeface="Helvetica Neue" panose="02000503000000020004"/>
        </a:defRPr>
      </a:lvl2pPr>
      <a:lvl3pPr marL="0" marR="0" indent="914400" algn="l" defTabSz="2438400" rtl="0" latinLnBrk="0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defRPr sz="8500" b="1" i="0" u="none" strike="noStrike" cap="none" spc="-170" baseline="0">
          <a:solidFill>
            <a:srgbClr val="000000"/>
          </a:solidFill>
          <a:uFillTx/>
          <a:latin typeface="+mn-lt"/>
          <a:ea typeface="+mn-ea"/>
          <a:cs typeface="+mn-cs"/>
          <a:sym typeface="Helvetica Neue" panose="02000503000000020004"/>
        </a:defRPr>
      </a:lvl3pPr>
      <a:lvl4pPr marL="0" marR="0" indent="1371600" algn="l" defTabSz="2438400" rtl="0" latinLnBrk="0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defRPr sz="8500" b="1" i="0" u="none" strike="noStrike" cap="none" spc="-170" baseline="0">
          <a:solidFill>
            <a:srgbClr val="000000"/>
          </a:solidFill>
          <a:uFillTx/>
          <a:latin typeface="+mn-lt"/>
          <a:ea typeface="+mn-ea"/>
          <a:cs typeface="+mn-cs"/>
          <a:sym typeface="Helvetica Neue" panose="02000503000000020004"/>
        </a:defRPr>
      </a:lvl4pPr>
      <a:lvl5pPr marL="0" marR="0" indent="1828800" algn="l" defTabSz="2438400" rtl="0" latinLnBrk="0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defRPr sz="8500" b="1" i="0" u="none" strike="noStrike" cap="none" spc="-170" baseline="0">
          <a:solidFill>
            <a:srgbClr val="000000"/>
          </a:solidFill>
          <a:uFillTx/>
          <a:latin typeface="+mn-lt"/>
          <a:ea typeface="+mn-ea"/>
          <a:cs typeface="+mn-cs"/>
          <a:sym typeface="Helvetica Neue" panose="02000503000000020004"/>
        </a:defRPr>
      </a:lvl5pPr>
      <a:lvl6pPr marL="0" marR="0" indent="2286000" algn="l" defTabSz="2438400" rtl="0" latinLnBrk="0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defRPr sz="8500" b="1" i="0" u="none" strike="noStrike" cap="none" spc="-170" baseline="0">
          <a:solidFill>
            <a:srgbClr val="000000"/>
          </a:solidFill>
          <a:uFillTx/>
          <a:latin typeface="+mn-lt"/>
          <a:ea typeface="+mn-ea"/>
          <a:cs typeface="+mn-cs"/>
          <a:sym typeface="Helvetica Neue" panose="02000503000000020004"/>
        </a:defRPr>
      </a:lvl6pPr>
      <a:lvl7pPr marL="0" marR="0" indent="2743200" algn="l" defTabSz="2438400" rtl="0" latinLnBrk="0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defRPr sz="8500" b="1" i="0" u="none" strike="noStrike" cap="none" spc="-170" baseline="0">
          <a:solidFill>
            <a:srgbClr val="000000"/>
          </a:solidFill>
          <a:uFillTx/>
          <a:latin typeface="+mn-lt"/>
          <a:ea typeface="+mn-ea"/>
          <a:cs typeface="+mn-cs"/>
          <a:sym typeface="Helvetica Neue" panose="02000503000000020004"/>
        </a:defRPr>
      </a:lvl7pPr>
      <a:lvl8pPr marL="0" marR="0" indent="3200400" algn="l" defTabSz="2438400" rtl="0" latinLnBrk="0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defRPr sz="8500" b="1" i="0" u="none" strike="noStrike" cap="none" spc="-170" baseline="0">
          <a:solidFill>
            <a:srgbClr val="000000"/>
          </a:solidFill>
          <a:uFillTx/>
          <a:latin typeface="+mn-lt"/>
          <a:ea typeface="+mn-ea"/>
          <a:cs typeface="+mn-cs"/>
          <a:sym typeface="Helvetica Neue" panose="02000503000000020004"/>
        </a:defRPr>
      </a:lvl8pPr>
      <a:lvl9pPr marL="0" marR="0" indent="3657600" algn="l" defTabSz="2438400" rtl="0" latinLnBrk="0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defRPr sz="8500" b="1" i="0" u="none" strike="noStrike" cap="none" spc="-170" baseline="0">
          <a:solidFill>
            <a:srgbClr val="000000"/>
          </a:solidFill>
          <a:uFillTx/>
          <a:latin typeface="+mn-lt"/>
          <a:ea typeface="+mn-ea"/>
          <a:cs typeface="+mn-cs"/>
          <a:sym typeface="Helvetica Neue" panose="02000503000000020004"/>
        </a:defRPr>
      </a:lvl9pPr>
    </p:titleStyle>
    <p:bodyStyle>
      <a:lvl1pPr marL="609600" marR="0" indent="-609600" algn="l" defTabSz="2438400" rtl="0" latinLnBrk="0">
        <a:lnSpc>
          <a:spcPct val="90000"/>
        </a:lnSpc>
        <a:spcBef>
          <a:spcPts val="4500"/>
        </a:spcBef>
        <a:spcAft>
          <a:spcPts val="0"/>
        </a:spcAft>
        <a:buClrTx/>
        <a:buSzPct val="123000"/>
        <a:buFontTx/>
        <a:buChar char="•"/>
        <a:defRPr sz="4800" b="0" i="0" u="none" strike="noStrike" cap="none" spc="0" baseline="0">
          <a:solidFill>
            <a:srgbClr val="000000"/>
          </a:solidFill>
          <a:uFillTx/>
          <a:latin typeface="+mn-lt"/>
          <a:ea typeface="+mn-ea"/>
          <a:cs typeface="+mn-cs"/>
          <a:sym typeface="Helvetica Neue" panose="02000503000000020004"/>
        </a:defRPr>
      </a:lvl1pPr>
      <a:lvl2pPr marL="1219200" marR="0" indent="-609600" algn="l" defTabSz="2438400" rtl="0" latinLnBrk="0">
        <a:lnSpc>
          <a:spcPct val="90000"/>
        </a:lnSpc>
        <a:spcBef>
          <a:spcPts val="4500"/>
        </a:spcBef>
        <a:spcAft>
          <a:spcPts val="0"/>
        </a:spcAft>
        <a:buClrTx/>
        <a:buSzPct val="123000"/>
        <a:buFontTx/>
        <a:buChar char="•"/>
        <a:defRPr sz="4800" b="0" i="0" u="none" strike="noStrike" cap="none" spc="0" baseline="0">
          <a:solidFill>
            <a:srgbClr val="000000"/>
          </a:solidFill>
          <a:uFillTx/>
          <a:latin typeface="+mn-lt"/>
          <a:ea typeface="+mn-ea"/>
          <a:cs typeface="+mn-cs"/>
          <a:sym typeface="Helvetica Neue" panose="02000503000000020004"/>
        </a:defRPr>
      </a:lvl2pPr>
      <a:lvl3pPr marL="1828800" marR="0" indent="-609600" algn="l" defTabSz="2438400" rtl="0" latinLnBrk="0">
        <a:lnSpc>
          <a:spcPct val="90000"/>
        </a:lnSpc>
        <a:spcBef>
          <a:spcPts val="4500"/>
        </a:spcBef>
        <a:spcAft>
          <a:spcPts val="0"/>
        </a:spcAft>
        <a:buClrTx/>
        <a:buSzPct val="123000"/>
        <a:buFontTx/>
        <a:buChar char="•"/>
        <a:defRPr sz="4800" b="0" i="0" u="none" strike="noStrike" cap="none" spc="0" baseline="0">
          <a:solidFill>
            <a:srgbClr val="000000"/>
          </a:solidFill>
          <a:uFillTx/>
          <a:latin typeface="+mn-lt"/>
          <a:ea typeface="+mn-ea"/>
          <a:cs typeface="+mn-cs"/>
          <a:sym typeface="Helvetica Neue" panose="02000503000000020004"/>
        </a:defRPr>
      </a:lvl3pPr>
      <a:lvl4pPr marL="2438400" marR="0" indent="-609600" algn="l" defTabSz="2438400" rtl="0" latinLnBrk="0">
        <a:lnSpc>
          <a:spcPct val="90000"/>
        </a:lnSpc>
        <a:spcBef>
          <a:spcPts val="4500"/>
        </a:spcBef>
        <a:spcAft>
          <a:spcPts val="0"/>
        </a:spcAft>
        <a:buClrTx/>
        <a:buSzPct val="123000"/>
        <a:buFontTx/>
        <a:buChar char="•"/>
        <a:defRPr sz="4800" b="0" i="0" u="none" strike="noStrike" cap="none" spc="0" baseline="0">
          <a:solidFill>
            <a:srgbClr val="000000"/>
          </a:solidFill>
          <a:uFillTx/>
          <a:latin typeface="+mn-lt"/>
          <a:ea typeface="+mn-ea"/>
          <a:cs typeface="+mn-cs"/>
          <a:sym typeface="Helvetica Neue" panose="02000503000000020004"/>
        </a:defRPr>
      </a:lvl4pPr>
      <a:lvl5pPr marL="3048000" marR="0" indent="-609600" algn="l" defTabSz="2438400" rtl="0" latinLnBrk="0">
        <a:lnSpc>
          <a:spcPct val="90000"/>
        </a:lnSpc>
        <a:spcBef>
          <a:spcPts val="4500"/>
        </a:spcBef>
        <a:spcAft>
          <a:spcPts val="0"/>
        </a:spcAft>
        <a:buClrTx/>
        <a:buSzPct val="123000"/>
        <a:buFontTx/>
        <a:buChar char="•"/>
        <a:defRPr sz="4800" b="0" i="0" u="none" strike="noStrike" cap="none" spc="0" baseline="0">
          <a:solidFill>
            <a:srgbClr val="000000"/>
          </a:solidFill>
          <a:uFillTx/>
          <a:latin typeface="+mn-lt"/>
          <a:ea typeface="+mn-ea"/>
          <a:cs typeface="+mn-cs"/>
          <a:sym typeface="Helvetica Neue" panose="02000503000000020004"/>
        </a:defRPr>
      </a:lvl5pPr>
      <a:lvl6pPr marL="3657600" marR="0" indent="-609600" algn="l" defTabSz="2438400" rtl="0" latinLnBrk="0">
        <a:lnSpc>
          <a:spcPct val="90000"/>
        </a:lnSpc>
        <a:spcBef>
          <a:spcPts val="4500"/>
        </a:spcBef>
        <a:spcAft>
          <a:spcPts val="0"/>
        </a:spcAft>
        <a:buClrTx/>
        <a:buSzPct val="123000"/>
        <a:buFontTx/>
        <a:buChar char="•"/>
        <a:defRPr sz="4800" b="0" i="0" u="none" strike="noStrike" cap="none" spc="0" baseline="0">
          <a:solidFill>
            <a:srgbClr val="000000"/>
          </a:solidFill>
          <a:uFillTx/>
          <a:latin typeface="+mn-lt"/>
          <a:ea typeface="+mn-ea"/>
          <a:cs typeface="+mn-cs"/>
          <a:sym typeface="Helvetica Neue" panose="02000503000000020004"/>
        </a:defRPr>
      </a:lvl6pPr>
      <a:lvl7pPr marL="4267200" marR="0" indent="-609600" algn="l" defTabSz="2438400" rtl="0" latinLnBrk="0">
        <a:lnSpc>
          <a:spcPct val="90000"/>
        </a:lnSpc>
        <a:spcBef>
          <a:spcPts val="4500"/>
        </a:spcBef>
        <a:spcAft>
          <a:spcPts val="0"/>
        </a:spcAft>
        <a:buClrTx/>
        <a:buSzPct val="123000"/>
        <a:buFontTx/>
        <a:buChar char="•"/>
        <a:defRPr sz="4800" b="0" i="0" u="none" strike="noStrike" cap="none" spc="0" baseline="0">
          <a:solidFill>
            <a:srgbClr val="000000"/>
          </a:solidFill>
          <a:uFillTx/>
          <a:latin typeface="+mn-lt"/>
          <a:ea typeface="+mn-ea"/>
          <a:cs typeface="+mn-cs"/>
          <a:sym typeface="Helvetica Neue" panose="02000503000000020004"/>
        </a:defRPr>
      </a:lvl7pPr>
      <a:lvl8pPr marL="4876800" marR="0" indent="-609600" algn="l" defTabSz="2438400" rtl="0" latinLnBrk="0">
        <a:lnSpc>
          <a:spcPct val="90000"/>
        </a:lnSpc>
        <a:spcBef>
          <a:spcPts val="4500"/>
        </a:spcBef>
        <a:spcAft>
          <a:spcPts val="0"/>
        </a:spcAft>
        <a:buClrTx/>
        <a:buSzPct val="123000"/>
        <a:buFontTx/>
        <a:buChar char="•"/>
        <a:defRPr sz="4800" b="0" i="0" u="none" strike="noStrike" cap="none" spc="0" baseline="0">
          <a:solidFill>
            <a:srgbClr val="000000"/>
          </a:solidFill>
          <a:uFillTx/>
          <a:latin typeface="+mn-lt"/>
          <a:ea typeface="+mn-ea"/>
          <a:cs typeface="+mn-cs"/>
          <a:sym typeface="Helvetica Neue" panose="02000503000000020004"/>
        </a:defRPr>
      </a:lvl8pPr>
      <a:lvl9pPr marL="5486400" marR="0" indent="-609600" algn="l" defTabSz="2438400" rtl="0" latinLnBrk="0">
        <a:lnSpc>
          <a:spcPct val="90000"/>
        </a:lnSpc>
        <a:spcBef>
          <a:spcPts val="4500"/>
        </a:spcBef>
        <a:spcAft>
          <a:spcPts val="0"/>
        </a:spcAft>
        <a:buClrTx/>
        <a:buSzPct val="123000"/>
        <a:buFontTx/>
        <a:buChar char="•"/>
        <a:defRPr sz="4800" b="0" i="0" u="none" strike="noStrike" cap="none" spc="0" baseline="0">
          <a:solidFill>
            <a:srgbClr val="000000"/>
          </a:solidFill>
          <a:uFillTx/>
          <a:latin typeface="+mn-lt"/>
          <a:ea typeface="+mn-ea"/>
          <a:cs typeface="+mn-cs"/>
          <a:sym typeface="Helvetica Neue" panose="02000503000000020004"/>
        </a:defRPr>
      </a:lvl9pPr>
    </p:bodyStyle>
    <p:otherStyle>
      <a:lvl1pPr marL="0" marR="0" indent="0" algn="ct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18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Helvetica Neue" panose="02000503000000020004"/>
        </a:defRPr>
      </a:lvl1pPr>
      <a:lvl2pPr marL="0" marR="0" indent="457200" algn="ct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18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Helvetica Neue" panose="02000503000000020004"/>
        </a:defRPr>
      </a:lvl2pPr>
      <a:lvl3pPr marL="0" marR="0" indent="914400" algn="ct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18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Helvetica Neue" panose="02000503000000020004"/>
        </a:defRPr>
      </a:lvl3pPr>
      <a:lvl4pPr marL="0" marR="0" indent="1371600" algn="ct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18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Helvetica Neue" panose="02000503000000020004"/>
        </a:defRPr>
      </a:lvl4pPr>
      <a:lvl5pPr marL="0" marR="0" indent="1828800" algn="ct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18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Helvetica Neue" panose="02000503000000020004"/>
        </a:defRPr>
      </a:lvl5pPr>
      <a:lvl6pPr marL="0" marR="0" indent="2286000" algn="ct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18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Helvetica Neue" panose="02000503000000020004"/>
        </a:defRPr>
      </a:lvl6pPr>
      <a:lvl7pPr marL="0" marR="0" indent="2743200" algn="ct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18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Helvetica Neue" panose="02000503000000020004"/>
        </a:defRPr>
      </a:lvl7pPr>
      <a:lvl8pPr marL="0" marR="0" indent="3200400" algn="ct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18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Helvetica Neue" panose="02000503000000020004"/>
        </a:defRPr>
      </a:lvl8pPr>
      <a:lvl9pPr marL="0" marR="0" indent="3657600" algn="ct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18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Helvetica Neue" panose="02000503000000020004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.png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3.xml"/><Relationship Id="rId1" Type="http://schemas.openxmlformats.org/officeDocument/2006/relationships/image" Target="../media/image2.pn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3.pn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4.pn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6.xml"/><Relationship Id="rId1" Type="http://schemas.openxmlformats.org/officeDocument/2006/relationships/image" Target="../media/image5.png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1.xml"/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image" Target="../media/image6.png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6.xml"/><Relationship Id="rId1" Type="http://schemas.openxmlformats.org/officeDocument/2006/relationships/image" Target="../media/image9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0" name="Car Sales Dataset"/>
          <p:cNvSpPr txBox="1"/>
          <p:nvPr>
            <p:ph type="ctrTitle"/>
          </p:nvPr>
        </p:nvSpPr>
        <p:spPr>
          <a:xfrm>
            <a:off x="945832" y="1477414"/>
            <a:ext cx="21971004" cy="2831072"/>
          </a:xfrm>
          <a:prstGeom prst="rect">
            <a:avLst/>
          </a:prstGeom>
        </p:spPr>
        <p:txBody>
          <a:bodyPr/>
          <a:lstStyle/>
          <a:p>
            <a:r>
              <a:t>Car Sales Dataset                  </a:t>
            </a:r>
          </a:p>
        </p:txBody>
      </p:sp>
      <p:pic>
        <p:nvPicPr>
          <p:cNvPr id="171" name="AGV_vUe4Mueo3U9Vovp6BhTfuedCOCvC2A48WvhXixm8j6TMm7T_yViBdpedmjT_kJ0DeHYGhVBCxQSAFUKCBS_Ze83h2vk5RcwIu51ZuZMm6q7PTb8ep-1GKYDQxw3-Xpb6sEXf24M3Y4F_cYo_T4crPCs=s2048.png" descr="AGV_vUe4Mueo3U9Vovp6BhTfuedCOCvC2A48WvhXixm8j6TMm7T_yViBdpedmjT_kJ0DeHYGhVBCxQSAFUKCBS_Ze83h2vk5RcwIu51ZuZMm6q7PTb8ep-1GKYDQxw3-Xpb6sEXf24M3Y4F_cYo_T4crPCs=s2048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45832" y="1477414"/>
            <a:ext cx="2590801" cy="2438401"/>
          </a:xfrm>
          <a:prstGeom prst="rect">
            <a:avLst/>
          </a:prstGeom>
          <a:ln w="12700">
            <a:miter lim="400000"/>
            <a:headEnd/>
            <a:tailEnd/>
          </a:ln>
        </p:spPr>
      </p:pic>
      <p:sp>
        <p:nvSpPr>
          <p:cNvPr id="172" name="Name : Naveen Kumar , Mohit kumar , Sapna , Simran…"/>
          <p:cNvSpPr txBox="1"/>
          <p:nvPr>
            <p:ph type="subTitle" sz="half" idx="1"/>
          </p:nvPr>
        </p:nvSpPr>
        <p:spPr>
          <a:xfrm>
            <a:off x="1514558" y="6794019"/>
            <a:ext cx="21971001" cy="3266793"/>
          </a:xfrm>
          <a:prstGeom prst="rect">
            <a:avLst/>
          </a:prstGeom>
        </p:spPr>
        <p:txBody>
          <a:bodyPr>
            <a:normAutofit lnSpcReduction="10000"/>
          </a:bodyPr>
          <a:lstStyle/>
          <a:p>
            <a:pPr defTabSz="668655">
              <a:defRPr sz="4455"/>
            </a:pPr>
            <a:r>
              <a:t>Name : Naveen Kumar </a:t>
            </a:r>
          </a:p>
          <a:p>
            <a:pPr defTabSz="668655">
              <a:defRPr sz="4455"/>
            </a:pPr>
            <a:r>
              <a:t>Roll no. : 2106650 </a:t>
            </a:r>
          </a:p>
          <a:p>
            <a:pPr defTabSz="668655">
              <a:defRPr sz="4455"/>
            </a:pPr>
            <a:r>
              <a:t>Branch : CSE-B , 8th semester </a:t>
            </a:r>
          </a:p>
          <a:p>
            <a:pPr defTabSz="668655">
              <a:defRPr sz="4455"/>
            </a:pPr>
            <a:r>
              <a:t>College: Rayat Bahra Institute of Engineering and Nano – Technology, Hoshiarpur</a:t>
            </a:r>
            <a:endParaRPr sz="970" b="0">
              <a:latin typeface="Times Roman"/>
              <a:ea typeface="Times Roman"/>
              <a:cs typeface="Times Roman"/>
              <a:sym typeface="Times Roman"/>
            </a:endParaRPr>
          </a:p>
        </p:txBody>
      </p:sp>
    </p:spTree>
  </p:cSld>
  <p:clrMapOvr>
    <a:masterClrMapping/>
  </p:clrMapOvr>
  <p:transition spd="med"/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74" name="Table 1"/>
          <p:cNvGraphicFramePr/>
          <p:nvPr/>
        </p:nvGraphicFramePr>
        <p:xfrm>
          <a:off x="4585329" y="1276350"/>
          <a:ext cx="16238283" cy="11176000"/>
        </p:xfrm>
        <a:graphic>
          <a:graphicData uri="http://schemas.openxmlformats.org/drawingml/2006/table">
            <a:tbl>
              <a:tblPr firstRow="1" firstCol="1">
                <a:tableStyleId>{4C3C2611-4C71-4FC5-86AE-919BDF0F9419}</a:tableStyleId>
              </a:tblPr>
              <a:tblGrid>
                <a:gridCol w="8112791"/>
                <a:gridCol w="8112791"/>
              </a:tblGrid>
              <a:tr h="1395412">
                <a:tc>
                  <a:txBody>
                    <a:bodyPr/>
                    <a:lstStyle/>
                    <a:p>
                      <a:pPr defTabSz="914400">
                        <a:tabLst>
                          <a:tab pos="1663700" algn="l"/>
                        </a:tabLst>
                        <a:defRPr b="0"/>
                      </a:pPr>
                      <a:r>
                        <a:rPr sz="3200" b="1"/>
                        <a:t>Name of slide </a:t>
                      </a:r>
                      <a:endParaRPr sz="3200" b="1"/>
                    </a:p>
                  </a:txBody>
                  <a:tcPr marL="50800" marR="50800" marT="50800" marB="50800" anchor="ctr" anchorCtr="0" horzOverflow="overflow"/>
                </a:tc>
                <a:tc>
                  <a:txBody>
                    <a:bodyPr/>
                    <a:lstStyle/>
                    <a:p>
                      <a:pPr defTabSz="914400">
                        <a:tabLst>
                          <a:tab pos="1663700" algn="l"/>
                        </a:tabLst>
                        <a:defRPr b="0"/>
                      </a:pPr>
                      <a:r>
                        <a:rPr sz="3200" b="1"/>
                        <a:t>Slide Number </a:t>
                      </a:r>
                      <a:endParaRPr sz="3200" b="1"/>
                    </a:p>
                  </a:txBody>
                  <a:tcPr marL="50800" marR="50800" marT="50800" marB="50800" anchor="ctr" anchorCtr="0" horzOverflow="overflow"/>
                </a:tc>
              </a:tr>
              <a:tr h="1395412">
                <a:tc>
                  <a:txBody>
                    <a:bodyPr/>
                    <a:lstStyle/>
                    <a:p>
                      <a:pPr defTabSz="914400">
                        <a:tabLst>
                          <a:tab pos="1663700" algn="l"/>
                        </a:tabLst>
                        <a:defRPr b="0"/>
                      </a:pPr>
                      <a:r>
                        <a:rPr sz="3200" b="1"/>
                        <a:t>INTRODUCTION </a:t>
                      </a:r>
                      <a:endParaRPr sz="3200" b="1"/>
                    </a:p>
                  </a:txBody>
                  <a:tcPr marL="50800" marR="50800" marT="50800" marB="50800" anchor="ctr" anchorCtr="0" horzOverflow="overflow"/>
                </a:tc>
                <a:tc>
                  <a:txBody>
                    <a:bodyPr/>
                    <a:lstStyle/>
                    <a:p>
                      <a:pPr defTabSz="914400"/>
                      <a:r>
                        <a:rPr sz="3200"/>
                        <a:t>3</a:t>
                      </a:r>
                      <a:endParaRPr sz="3200"/>
                    </a:p>
                  </a:txBody>
                  <a:tcPr marL="50800" marR="50800" marT="50800" marB="50800" anchor="ctr" anchorCtr="0" horzOverflow="overflow"/>
                </a:tc>
              </a:tr>
              <a:tr h="1395412">
                <a:tc>
                  <a:txBody>
                    <a:bodyPr/>
                    <a:lstStyle/>
                    <a:p>
                      <a:pPr defTabSz="914400">
                        <a:tabLst>
                          <a:tab pos="1663700" algn="l"/>
                        </a:tabLst>
                        <a:defRPr b="0"/>
                      </a:pPr>
                      <a:r>
                        <a:rPr sz="3200" b="1"/>
                        <a:t>OBJECTIVE</a:t>
                      </a:r>
                      <a:endParaRPr sz="3200" b="1"/>
                    </a:p>
                  </a:txBody>
                  <a:tcPr marL="50800" marR="50800" marT="50800" marB="50800" anchor="ctr" anchorCtr="0" horzOverflow="overflow"/>
                </a:tc>
                <a:tc>
                  <a:txBody>
                    <a:bodyPr/>
                    <a:lstStyle/>
                    <a:p>
                      <a:pPr defTabSz="914400"/>
                      <a:r>
                        <a:rPr sz="3200"/>
                        <a:t>4</a:t>
                      </a:r>
                      <a:endParaRPr sz="3200"/>
                    </a:p>
                  </a:txBody>
                  <a:tcPr marL="50800" marR="50800" marT="50800" marB="50800" anchor="ctr" anchorCtr="0" horzOverflow="overflow"/>
                </a:tc>
              </a:tr>
              <a:tr h="1395412">
                <a:tc>
                  <a:txBody>
                    <a:bodyPr/>
                    <a:lstStyle/>
                    <a:p>
                      <a:pPr defTabSz="914400">
                        <a:tabLst>
                          <a:tab pos="1663700" algn="l"/>
                        </a:tabLst>
                        <a:defRPr b="0"/>
                      </a:pPr>
                      <a:r>
                        <a:rPr sz="3200" b="1"/>
                        <a:t>DATA CYCLE</a:t>
                      </a:r>
                      <a:endParaRPr sz="3200" b="1"/>
                    </a:p>
                  </a:txBody>
                  <a:tcPr marL="50800" marR="50800" marT="50800" marB="50800" anchor="ctr" anchorCtr="0" horzOverflow="overflow"/>
                </a:tc>
                <a:tc>
                  <a:txBody>
                    <a:bodyPr/>
                    <a:lstStyle/>
                    <a:p>
                      <a:pPr defTabSz="914400"/>
                      <a:r>
                        <a:rPr sz="3200"/>
                        <a:t>5</a:t>
                      </a:r>
                      <a:endParaRPr sz="3200"/>
                    </a:p>
                  </a:txBody>
                  <a:tcPr marL="50800" marR="50800" marT="50800" marB="50800" anchor="ctr" anchorCtr="0" horzOverflow="overflow"/>
                </a:tc>
              </a:tr>
              <a:tr h="1395412">
                <a:tc>
                  <a:txBody>
                    <a:bodyPr/>
                    <a:lstStyle/>
                    <a:p>
                      <a:pPr defTabSz="914400">
                        <a:tabLst>
                          <a:tab pos="1663700" algn="l"/>
                        </a:tabLst>
                        <a:defRPr b="0"/>
                      </a:pPr>
                      <a:r>
                        <a:rPr sz="3200" b="1"/>
                        <a:t>DATA CLEANING</a:t>
                      </a:r>
                      <a:endParaRPr sz="3200" b="1"/>
                    </a:p>
                  </a:txBody>
                  <a:tcPr marL="50800" marR="50800" marT="50800" marB="50800" anchor="ctr" anchorCtr="0" horzOverflow="overflow"/>
                </a:tc>
                <a:tc>
                  <a:txBody>
                    <a:bodyPr/>
                    <a:lstStyle/>
                    <a:p>
                      <a:pPr defTabSz="914400"/>
                      <a:r>
                        <a:rPr sz="3200"/>
                        <a:t>6</a:t>
                      </a:r>
                      <a:endParaRPr sz="3200"/>
                    </a:p>
                  </a:txBody>
                  <a:tcPr marL="50800" marR="50800" marT="50800" marB="50800" anchor="ctr" anchorCtr="0" horzOverflow="overflow"/>
                </a:tc>
              </a:tr>
              <a:tr h="1395412">
                <a:tc>
                  <a:txBody>
                    <a:bodyPr/>
                    <a:lstStyle/>
                    <a:p>
                      <a:pPr defTabSz="914400">
                        <a:tabLst>
                          <a:tab pos="1663700" algn="l"/>
                        </a:tabLst>
                        <a:defRPr b="0"/>
                      </a:pPr>
                      <a:r>
                        <a:rPr sz="3200" b="1"/>
                        <a:t>DATA TRANSFORMATION</a:t>
                      </a:r>
                      <a:endParaRPr sz="3200" b="1"/>
                    </a:p>
                  </a:txBody>
                  <a:tcPr marL="50800" marR="50800" marT="50800" marB="50800" anchor="ctr" anchorCtr="0" horzOverflow="overflow"/>
                </a:tc>
                <a:tc>
                  <a:txBody>
                    <a:bodyPr/>
                    <a:lstStyle/>
                    <a:p>
                      <a:pPr defTabSz="914400"/>
                      <a:r>
                        <a:rPr sz="3200"/>
                        <a:t>7</a:t>
                      </a:r>
                      <a:endParaRPr sz="3200"/>
                    </a:p>
                  </a:txBody>
                  <a:tcPr marL="50800" marR="50800" marT="50800" marB="50800" anchor="ctr" anchorCtr="0" horzOverflow="overflow"/>
                </a:tc>
              </a:tr>
              <a:tr h="1395412">
                <a:tc>
                  <a:txBody>
                    <a:bodyPr/>
                    <a:lstStyle/>
                    <a:p>
                      <a:pPr defTabSz="914400">
                        <a:tabLst>
                          <a:tab pos="1663700" algn="l"/>
                        </a:tabLst>
                        <a:defRPr b="0"/>
                      </a:pPr>
                      <a:r>
                        <a:rPr sz="3200" b="1"/>
                        <a:t>DATA ANALYSIS</a:t>
                      </a:r>
                      <a:endParaRPr sz="3200" b="1"/>
                    </a:p>
                  </a:txBody>
                  <a:tcPr marL="50800" marR="50800" marT="50800" marB="50800" anchor="ctr" anchorCtr="0" horzOverflow="overflow"/>
                </a:tc>
                <a:tc>
                  <a:txBody>
                    <a:bodyPr/>
                    <a:lstStyle/>
                    <a:p>
                      <a:pPr defTabSz="914400"/>
                      <a:r>
                        <a:rPr sz="3200"/>
                        <a:t>8</a:t>
                      </a:r>
                      <a:endParaRPr sz="3200"/>
                    </a:p>
                  </a:txBody>
                  <a:tcPr marL="50800" marR="50800" marT="50800" marB="50800" anchor="ctr" anchorCtr="0" horzOverflow="overflow"/>
                </a:tc>
              </a:tr>
              <a:tr h="1395412">
                <a:tc>
                  <a:txBody>
                    <a:bodyPr/>
                    <a:lstStyle/>
                    <a:p>
                      <a:pPr defTabSz="914400">
                        <a:tabLst>
                          <a:tab pos="1663700" algn="l"/>
                        </a:tabLst>
                        <a:defRPr b="0"/>
                      </a:pPr>
                      <a:r>
                        <a:rPr sz="3200" b="1"/>
                        <a:t>CONCLUSION </a:t>
                      </a:r>
                      <a:endParaRPr sz="3200" b="1"/>
                    </a:p>
                  </a:txBody>
                  <a:tcPr marL="50800" marR="50800" marT="50800" marB="50800" anchor="ctr" anchorCtr="0" horzOverflow="overflow"/>
                </a:tc>
                <a:tc>
                  <a:txBody>
                    <a:bodyPr/>
                    <a:lstStyle/>
                    <a:p>
                      <a:pPr defTabSz="914400"/>
                      <a:r>
                        <a:rPr sz="3200"/>
                        <a:t>9</a:t>
                      </a:r>
                      <a:endParaRPr sz="3200"/>
                    </a:p>
                  </a:txBody>
                  <a:tcPr marL="50800" marR="50800" marT="50800" marB="50800" anchor="ctr" anchorCtr="0" horzOverflow="overflow"/>
                </a:tc>
              </a:tr>
            </a:tbl>
          </a:graphicData>
        </a:graphic>
      </p:graphicFrame>
    </p:spTree>
  </p:cSld>
  <p:clrMapOvr>
    <a:masterClrMapping/>
  </p:clrMapOvr>
  <p:transition spd="med"/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6" name="Bowl with salmon cakes, salad and houmous" descr="Bowl with salmon cakes, salad and houmous"/>
          <p:cNvPicPr>
            <a:picLocks noChangeAspect="1"/>
          </p:cNvPicPr>
          <p:nvPr>
            <p:ph type="pic" idx="21"/>
          </p:nvPr>
        </p:nvPicPr>
        <p:blipFill>
          <a:blip r:embed="rId1"/>
          <a:srcRect l="24938" r="3686"/>
          <a:stretch>
            <a:fillRect/>
          </a:stretch>
        </p:blipFill>
        <p:spPr>
          <a:xfrm>
            <a:off x="11860245" y="2336225"/>
            <a:ext cx="11459913" cy="9043550"/>
          </a:xfrm>
          <a:prstGeom prst="rect">
            <a:avLst/>
          </a:prstGeom>
        </p:spPr>
      </p:pic>
      <p:sp>
        <p:nvSpPr>
          <p:cNvPr id="177" name="INTRODUCTION ON DATA ANALYSIS"/>
          <p:cNvSpPr txBox="1"/>
          <p:nvPr>
            <p:ph type="title"/>
          </p:nvPr>
        </p:nvSpPr>
        <p:spPr>
          <a:xfrm>
            <a:off x="1206500" y="914548"/>
            <a:ext cx="9779000" cy="3271378"/>
          </a:xfrm>
          <a:prstGeom prst="rect">
            <a:avLst/>
          </a:prstGeom>
        </p:spPr>
        <p:txBody>
          <a:bodyPr anchor="ctr"/>
          <a:lstStyle>
            <a:lvl1pPr algn="just">
              <a:defRPr sz="4000" spc="-79"/>
            </a:lvl1pPr>
          </a:lstStyle>
          <a:p>
            <a:r>
              <a:t>INTRODUCTION ON DATA ANALYSIS</a:t>
            </a:r>
          </a:p>
        </p:txBody>
      </p:sp>
      <p:sp>
        <p:nvSpPr>
          <p:cNvPr id="178" name="What is Data Analysis? Data analysis is the process of collecting, organizing, and interpreting data to discover useful information, make decisions, and draw conclusions.…"/>
          <p:cNvSpPr txBox="1"/>
          <p:nvPr>
            <p:ph type="body" sz="half" idx="1"/>
          </p:nvPr>
        </p:nvSpPr>
        <p:spPr>
          <a:xfrm>
            <a:off x="1206500" y="4249764"/>
            <a:ext cx="9779000" cy="7959268"/>
          </a:xfrm>
          <a:prstGeom prst="rect">
            <a:avLst/>
          </a:prstGeom>
        </p:spPr>
        <p:txBody>
          <a:bodyPr/>
          <a:lstStyle/>
          <a:p>
            <a:pPr defTabSz="1195070">
              <a:lnSpc>
                <a:spcPct val="90000"/>
              </a:lnSpc>
              <a:spcBef>
                <a:spcPts val="2200"/>
              </a:spcBef>
              <a:defRPr sz="2350" b="0"/>
            </a:pPr>
            <a:r>
              <a:rPr b="1"/>
              <a:t>What is Data Analysis?</a:t>
            </a:r>
            <a:br>
              <a:rPr b="1"/>
            </a:br>
            <a:r>
              <a:t>Data analysis is the process of collecting, organizing, and interpreting data to discover useful information, make decisions, and draw conclusions.</a:t>
            </a:r>
            <a:endParaRPr sz="590">
              <a:latin typeface="Times Roman"/>
              <a:ea typeface="Times Roman"/>
              <a:cs typeface="Times Roman"/>
              <a:sym typeface="Times Roman"/>
            </a:endParaRPr>
          </a:p>
          <a:p>
            <a:pPr defTabSz="1195070">
              <a:lnSpc>
                <a:spcPct val="90000"/>
              </a:lnSpc>
              <a:spcBef>
                <a:spcPts val="2200"/>
              </a:spcBef>
              <a:defRPr sz="2350" b="0"/>
            </a:pPr>
            <a:r>
              <a:t>Types of Data Analysis:</a:t>
            </a:r>
            <a:endParaRPr sz="590">
              <a:latin typeface="Times Roman"/>
              <a:ea typeface="Times Roman"/>
              <a:cs typeface="Times Roman"/>
              <a:sym typeface="Times Roman"/>
            </a:endParaRPr>
          </a:p>
          <a:p>
            <a:pPr marL="261620" indent="-193040" defTabSz="1195070">
              <a:lnSpc>
                <a:spcPct val="90000"/>
              </a:lnSpc>
              <a:spcBef>
                <a:spcPts val="2200"/>
              </a:spcBef>
              <a:buClr>
                <a:srgbClr val="FFFFFF"/>
              </a:buClr>
              <a:buSzPct val="100000"/>
              <a:buFont typeface="Helvetica"/>
              <a:buAutoNum type="arabicPeriod"/>
              <a:defRPr sz="2350" b="0"/>
            </a:pPr>
            <a:r>
              <a:rPr b="1"/>
              <a:t>Descriptive Analysis: </a:t>
            </a:r>
            <a:r>
              <a:t>Summarizing and describing past data.</a:t>
            </a:r>
            <a:endParaRPr b="1"/>
          </a:p>
          <a:p>
            <a:pPr marL="261620" indent="-193040" defTabSz="1195070">
              <a:lnSpc>
                <a:spcPct val="90000"/>
              </a:lnSpc>
              <a:spcBef>
                <a:spcPts val="2200"/>
              </a:spcBef>
              <a:buClr>
                <a:srgbClr val="FFFFFF"/>
              </a:buClr>
              <a:buSzPct val="100000"/>
              <a:buFont typeface="Helvetica"/>
              <a:buAutoNum type="arabicPeriod"/>
              <a:defRPr sz="2350" b="0"/>
            </a:pPr>
            <a:r>
              <a:rPr b="1"/>
              <a:t>Diagnostic Analysis: </a:t>
            </a:r>
            <a:r>
              <a:t>Identifying the root causes of events.</a:t>
            </a:r>
            <a:endParaRPr b="1"/>
          </a:p>
          <a:p>
            <a:pPr marL="261620" indent="-193040" defTabSz="1195070">
              <a:lnSpc>
                <a:spcPct val="90000"/>
              </a:lnSpc>
              <a:spcBef>
                <a:spcPts val="2200"/>
              </a:spcBef>
              <a:buClr>
                <a:srgbClr val="FFFFFF"/>
              </a:buClr>
              <a:buSzPct val="100000"/>
              <a:buFont typeface="Helvetica"/>
              <a:buAutoNum type="arabicPeriod"/>
              <a:defRPr sz="2350" b="0"/>
            </a:pPr>
            <a:r>
              <a:rPr b="1"/>
              <a:t>Predictive Analysis: </a:t>
            </a:r>
            <a:r>
              <a:t>Forecasting future outcomes.</a:t>
            </a:r>
            <a:endParaRPr b="1"/>
          </a:p>
          <a:p>
            <a:pPr marL="261620" indent="-193040" defTabSz="1195070">
              <a:lnSpc>
                <a:spcPct val="90000"/>
              </a:lnSpc>
              <a:spcBef>
                <a:spcPts val="2200"/>
              </a:spcBef>
              <a:buClr>
                <a:srgbClr val="FFFFFF"/>
              </a:buClr>
              <a:buSzPct val="100000"/>
              <a:buFont typeface="Helvetica"/>
              <a:buAutoNum type="arabicPeriod"/>
              <a:defRPr sz="2350" b="0"/>
            </a:pPr>
            <a:r>
              <a:rPr b="1"/>
              <a:t>Prescriptive Analysis: </a:t>
            </a:r>
            <a:r>
              <a:t>Suggests actions to achieve desired outcomes.</a:t>
            </a:r>
            <a:endParaRPr b="1"/>
          </a:p>
          <a:p>
            <a:pPr marL="261620" indent="-193040" defTabSz="1195070">
              <a:lnSpc>
                <a:spcPct val="90000"/>
              </a:lnSpc>
              <a:spcBef>
                <a:spcPts val="2200"/>
              </a:spcBef>
              <a:buClr>
                <a:srgbClr val="FFFFFF"/>
              </a:buClr>
              <a:buSzPct val="123000"/>
              <a:buFont typeface="Helvetica"/>
              <a:buChar char="•"/>
              <a:defRPr sz="2350" b="0"/>
            </a:pPr>
            <a:r>
              <a:t>Type of Analysis Done in This Project:</a:t>
            </a:r>
          </a:p>
          <a:p>
            <a:pPr marL="261620" indent="-193040" defTabSz="1195070">
              <a:lnSpc>
                <a:spcPct val="90000"/>
              </a:lnSpc>
              <a:spcBef>
                <a:spcPts val="2200"/>
              </a:spcBef>
              <a:buClr>
                <a:srgbClr val="FFFFFF"/>
              </a:buClr>
              <a:buSzPct val="123000"/>
              <a:buFont typeface="Helvetica"/>
              <a:buChar char="•"/>
              <a:defRPr sz="2350" b="0"/>
            </a:pPr>
            <a:r>
              <a:rPr b="1"/>
              <a:t>Descriptive Analysis</a:t>
            </a:r>
            <a:r>
              <a:t> – We analyze historical car sales data to understand total sales, brand market value , most selling and sales trends.</a:t>
            </a:r>
            <a:endParaRPr b="1"/>
          </a:p>
          <a:p>
            <a:pPr marL="261620" indent="-193040" defTabSz="1195070">
              <a:lnSpc>
                <a:spcPct val="90000"/>
              </a:lnSpc>
              <a:spcBef>
                <a:spcPts val="2200"/>
              </a:spcBef>
              <a:buClr>
                <a:srgbClr val="FFFFFF"/>
              </a:buClr>
              <a:buSzPct val="123000"/>
              <a:buFont typeface="Helvetica"/>
              <a:buChar char="•"/>
              <a:defRPr sz="2350" b="0"/>
            </a:pPr>
            <a:endParaRPr b="1"/>
          </a:p>
        </p:txBody>
      </p:sp>
    </p:spTree>
  </p:cSld>
  <p:clrMapOvr>
    <a:masterClrMapping/>
  </p:clrMapOvr>
  <p:transition spd="med"/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0" name="OBJECTIVES"/>
          <p:cNvSpPr txBox="1"/>
          <p:nvPr>
            <p:ph type="ctrTitle"/>
          </p:nvPr>
        </p:nvSpPr>
        <p:spPr>
          <a:xfrm>
            <a:off x="1206498" y="323795"/>
            <a:ext cx="21971004" cy="2839702"/>
          </a:xfrm>
          <a:prstGeom prst="rect">
            <a:avLst/>
          </a:prstGeom>
        </p:spPr>
        <p:txBody>
          <a:bodyPr/>
          <a:lstStyle/>
          <a:p>
            <a:r>
              <a:t>OBJECTIVES</a:t>
            </a:r>
          </a:p>
        </p:txBody>
      </p:sp>
      <p:sp>
        <p:nvSpPr>
          <p:cNvPr id="181" name="To monitor and analyze overall car  sales performance across different models and brands.…"/>
          <p:cNvSpPr txBox="1"/>
          <p:nvPr>
            <p:ph type="subTitle" idx="1"/>
          </p:nvPr>
        </p:nvSpPr>
        <p:spPr>
          <a:xfrm>
            <a:off x="1201342" y="4420230"/>
            <a:ext cx="21971001" cy="8150289"/>
          </a:xfrm>
          <a:prstGeom prst="rect">
            <a:avLst/>
          </a:prstGeom>
        </p:spPr>
        <p:txBody>
          <a:bodyPr/>
          <a:lstStyle/>
          <a:p>
            <a:pPr marL="609600" indent="-609600" defTabSz="2438400">
              <a:lnSpc>
                <a:spcPct val="90000"/>
              </a:lnSpc>
              <a:spcBef>
                <a:spcPts val="4500"/>
              </a:spcBef>
              <a:buSzPct val="40000"/>
              <a:buBlip>
                <a:blip r:embed="rId1"/>
              </a:buBlip>
              <a:defRPr sz="4800" b="0"/>
            </a:pPr>
            <a:r>
              <a:t>To monitor and analyze overall car  sales performance across different models and brands.</a:t>
            </a:r>
          </a:p>
          <a:p>
            <a:pPr marL="609600" indent="-609600" defTabSz="2438400">
              <a:lnSpc>
                <a:spcPct val="90000"/>
              </a:lnSpc>
              <a:spcBef>
                <a:spcPts val="4500"/>
              </a:spcBef>
              <a:buSzPct val="40000"/>
              <a:buBlip>
                <a:blip r:embed="rId1"/>
              </a:buBlip>
              <a:defRPr sz="4800" b="0"/>
            </a:pPr>
            <a:r>
              <a:t>To identify top-performing brands and models based on total sales and units sold.</a:t>
            </a:r>
          </a:p>
          <a:p>
            <a:pPr marL="609600" indent="-609600" defTabSz="2438400">
              <a:lnSpc>
                <a:spcPct val="90000"/>
              </a:lnSpc>
              <a:spcBef>
                <a:spcPts val="4500"/>
              </a:spcBef>
              <a:buSzPct val="40000"/>
              <a:buBlip>
                <a:blip r:embed="rId1"/>
              </a:buBlip>
              <a:defRPr sz="4800" b="0"/>
            </a:pPr>
            <a:r>
              <a:t>To evaluate the effectiveness of prices and insights.</a:t>
            </a:r>
          </a:p>
          <a:p>
            <a:pPr marL="609600" indent="-609600" defTabSz="2438400">
              <a:lnSpc>
                <a:spcPct val="90000"/>
              </a:lnSpc>
              <a:spcBef>
                <a:spcPts val="4500"/>
              </a:spcBef>
              <a:buSzPct val="40000"/>
              <a:buBlip>
                <a:blip r:embed="rId1"/>
              </a:buBlip>
              <a:defRPr sz="4800" b="0"/>
            </a:pPr>
            <a:r>
              <a:t>To generate data-driven insights for improving business strategies and decision-making.</a:t>
            </a:r>
          </a:p>
        </p:txBody>
      </p:sp>
    </p:spTree>
  </p:cSld>
  <p:clrMapOvr>
    <a:masterClrMapping/>
  </p:clrMapOvr>
  <p:transition spd="med"/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3" name="DATA CYCLE"/>
          <p:cNvSpPr txBox="1"/>
          <p:nvPr>
            <p:ph type="ctrTitle"/>
          </p:nvPr>
        </p:nvSpPr>
        <p:spPr>
          <a:xfrm>
            <a:off x="1206496" y="729981"/>
            <a:ext cx="21971004" cy="2054099"/>
          </a:xfrm>
          <a:prstGeom prst="rect">
            <a:avLst/>
          </a:prstGeom>
        </p:spPr>
        <p:txBody>
          <a:bodyPr/>
          <a:lstStyle/>
          <a:p>
            <a:r>
              <a:t>DATA CYCLE</a:t>
            </a:r>
            <a:endParaRPr sz="1200" b="0" spc="-24">
              <a:latin typeface="Times Roman"/>
              <a:ea typeface="Times Roman"/>
              <a:cs typeface="Times Roman"/>
              <a:sym typeface="Times Roman"/>
            </a:endParaRPr>
          </a:p>
        </p:txBody>
      </p:sp>
      <p:sp>
        <p:nvSpPr>
          <p:cNvPr id="184" name="Steps Followed in this Project:…"/>
          <p:cNvSpPr txBox="1"/>
          <p:nvPr>
            <p:ph type="subTitle" idx="1"/>
          </p:nvPr>
        </p:nvSpPr>
        <p:spPr>
          <a:xfrm>
            <a:off x="1206500" y="3072568"/>
            <a:ext cx="21971000" cy="8198785"/>
          </a:xfrm>
          <a:prstGeom prst="rect">
            <a:avLst/>
          </a:prstGeom>
        </p:spPr>
        <p:txBody>
          <a:bodyPr/>
          <a:lstStyle/>
          <a:p>
            <a:pPr defTabSz="2438400">
              <a:lnSpc>
                <a:spcPct val="90000"/>
              </a:lnSpc>
              <a:spcBef>
                <a:spcPts val="4500"/>
              </a:spcBef>
              <a:defRPr sz="3500" b="0"/>
            </a:pPr>
            <a:r>
              <a:t>Steps Followed in this Project:</a:t>
            </a:r>
            <a:endParaRPr>
              <a:latin typeface="Times Roman"/>
              <a:ea typeface="Times Roman"/>
              <a:cs typeface="Times Roman"/>
              <a:sym typeface="Times Roman"/>
            </a:endParaRPr>
          </a:p>
          <a:p>
            <a:pPr defTabSz="2438400">
              <a:lnSpc>
                <a:spcPct val="90000"/>
              </a:lnSpc>
              <a:spcBef>
                <a:spcPts val="4500"/>
              </a:spcBef>
              <a:defRPr sz="3500" b="0"/>
            </a:pPr>
            <a:r>
              <a:rPr>
                <a:latin typeface="Times Roman"/>
                <a:ea typeface="Times Roman"/>
                <a:cs typeface="Times Roman"/>
                <a:sym typeface="Times Roman"/>
              </a:rPr>
              <a:t>       </a:t>
            </a:r>
            <a:r>
              <a:rPr b="1"/>
              <a:t>Data Collection</a:t>
            </a:r>
            <a:r>
              <a:t> – Collected Car sales data from Kaggle.</a:t>
            </a:r>
          </a:p>
          <a:p>
            <a:pPr marL="774700" indent="-635000" defTabSz="2438400">
              <a:spcBef>
                <a:spcPts val="4500"/>
              </a:spcBef>
              <a:buClr>
                <a:srgbClr val="FFFFFF"/>
              </a:buClr>
              <a:buSzPct val="100000"/>
              <a:buFont typeface="Helvetica"/>
              <a:buAutoNum type="arabicPeriod"/>
              <a:defRPr sz="3500" b="0"/>
            </a:pPr>
            <a:r>
              <a:rPr b="1"/>
              <a:t>Data Understanding </a:t>
            </a:r>
            <a:r>
              <a:t>- Understood which columns are numeric (like sales, quantity), categorical (like brand, price and fuel type).</a:t>
            </a:r>
            <a:endParaRPr b="1"/>
          </a:p>
        </p:txBody>
      </p:sp>
      <p:pic>
        <p:nvPicPr>
          <p:cNvPr id="185" name="Screenshot 2025-04-22 at 12.02.38.png" descr="Screenshot 2025-04-22 at 12.02.38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619246" y="6552175"/>
            <a:ext cx="14326717" cy="5760569"/>
          </a:xfrm>
          <a:prstGeom prst="rect">
            <a:avLst/>
          </a:prstGeom>
          <a:ln w="12700">
            <a:miter lim="400000"/>
            <a:headEnd/>
            <a:tailEnd/>
          </a:ln>
        </p:spPr>
      </p:pic>
    </p:spTree>
  </p:cSld>
  <p:clrMapOvr>
    <a:masterClrMapping/>
  </p:clrMapOvr>
  <p:transition spd="med"/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7" name="In this we have some null values and duplicate values and some column is not relevant to our insight like Cylinder , Origin and seating Capacity so we clean the data according to our Dataset."/>
          <p:cNvSpPr txBox="1"/>
          <p:nvPr>
            <p:ph type="body" sz="half" idx="1"/>
          </p:nvPr>
        </p:nvSpPr>
        <p:spPr>
          <a:prstGeom prst="rect">
            <a:avLst/>
          </a:prstGeom>
        </p:spPr>
        <p:txBody>
          <a:bodyPr/>
          <a:lstStyle>
            <a:lvl1pPr marL="774700" indent="-635000">
              <a:buClr>
                <a:srgbClr val="FFFFFF"/>
              </a:buClr>
              <a:buFont typeface="Helvetica"/>
            </a:lvl1pPr>
          </a:lstStyle>
          <a:p>
            <a:r>
              <a:t>In this we have some null values and duplicate values and some column is not relevant to our insight like Cylinder , Origin and seating Capacity so we clean the data according to our Dataset. </a:t>
            </a:r>
          </a:p>
        </p:txBody>
      </p:sp>
      <p:pic>
        <p:nvPicPr>
          <p:cNvPr id="188" name="Bowl of pappardelle pasta with parsley butter, roasted hazelnuts and shaved parmesan cheese" descr="Bowl of pappardelle pasta with parsley butter, roasted hazelnuts and shaved parmesan cheese"/>
          <p:cNvPicPr>
            <a:picLocks noChangeAspect="1"/>
          </p:cNvPicPr>
          <p:nvPr>
            <p:ph type="pic" idx="22"/>
          </p:nvPr>
        </p:nvPicPr>
        <p:blipFill>
          <a:blip r:embed="rId1"/>
          <a:srcRect/>
          <a:stretch>
            <a:fillRect/>
          </a:stretch>
        </p:blipFill>
        <p:spPr>
          <a:xfrm>
            <a:off x="12192000" y="3821798"/>
            <a:ext cx="10916874" cy="6072305"/>
          </a:xfrm>
          <a:prstGeom prst="rect">
            <a:avLst/>
          </a:prstGeom>
        </p:spPr>
      </p:pic>
      <p:sp>
        <p:nvSpPr>
          <p:cNvPr id="189" name="Data Cleaning"/>
          <p:cNvSpPr txBox="1"/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r>
              <a:t>Data Cleaning</a:t>
            </a:r>
          </a:p>
        </p:txBody>
      </p:sp>
    </p:spTree>
  </p:cSld>
  <p:clrMapOvr>
    <a:masterClrMapping/>
  </p:clrMapOvr>
  <p:transition spd="med"/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1" name="DATA TRANSFORMATION"/>
          <p:cNvSpPr txBox="1"/>
          <p:nvPr>
            <p:ph type="ctrTitle"/>
          </p:nvPr>
        </p:nvSpPr>
        <p:spPr>
          <a:xfrm>
            <a:off x="971922" y="869169"/>
            <a:ext cx="21971004" cy="3210758"/>
          </a:xfrm>
          <a:prstGeom prst="rect">
            <a:avLst/>
          </a:prstGeom>
        </p:spPr>
        <p:txBody>
          <a:bodyPr anchor="ctr"/>
          <a:lstStyle/>
          <a:p>
            <a:r>
              <a:t> DATA TRANSFORMATION</a:t>
            </a:r>
            <a:endParaRPr sz="1200" b="0" spc="-24">
              <a:latin typeface="Times Roman"/>
              <a:ea typeface="Times Roman"/>
              <a:cs typeface="Times Roman"/>
              <a:sym typeface="Times Roman"/>
            </a:endParaRPr>
          </a:p>
        </p:txBody>
      </p:sp>
      <p:sp>
        <p:nvSpPr>
          <p:cNvPr id="192" name="Created calculated fields such as Total Sales to aggregate overall revenue across various time periods and product categories.…"/>
          <p:cNvSpPr txBox="1"/>
          <p:nvPr>
            <p:ph type="subTitle" idx="1"/>
          </p:nvPr>
        </p:nvSpPr>
        <p:spPr>
          <a:xfrm>
            <a:off x="1460500" y="3152086"/>
            <a:ext cx="21971000" cy="8046436"/>
          </a:xfrm>
          <a:prstGeom prst="rect">
            <a:avLst/>
          </a:prstGeom>
        </p:spPr>
        <p:txBody>
          <a:bodyPr/>
          <a:lstStyle/>
          <a:p>
            <a:pPr algn="just" defTabSz="1682750">
              <a:lnSpc>
                <a:spcPct val="90000"/>
              </a:lnSpc>
              <a:spcBef>
                <a:spcPts val="3100"/>
              </a:spcBef>
              <a:defRPr sz="3310" b="0"/>
            </a:pPr>
            <a:r>
              <a:t>Created calculated fields such as </a:t>
            </a:r>
            <a:r>
              <a:rPr b="1"/>
              <a:t>Total Sales</a:t>
            </a:r>
            <a:r>
              <a:t> to aggregate overall revenue across various time periods and product categories.</a:t>
            </a:r>
          </a:p>
          <a:p>
            <a:pPr marL="972820" indent="-876300" algn="just" defTabSz="1682750">
              <a:lnSpc>
                <a:spcPct val="90000"/>
              </a:lnSpc>
              <a:spcBef>
                <a:spcPts val="3100"/>
              </a:spcBef>
              <a:buSzPct val="100000"/>
              <a:buFont typeface="Times Roman"/>
              <a:buAutoNum type="arabicPeriod"/>
              <a:defRPr sz="3310" b="0"/>
            </a:pPr>
            <a:r>
              <a:t>Developed </a:t>
            </a:r>
            <a:r>
              <a:rPr b="1"/>
              <a:t>Brand Market Value</a:t>
            </a:r>
            <a:r>
              <a:t> metrics by analyzing sales performance, customer reach, and pricing strategies for each brand.</a:t>
            </a:r>
          </a:p>
          <a:p>
            <a:pPr marL="972820" indent="-876300" algn="just" defTabSz="1682750">
              <a:lnSpc>
                <a:spcPct val="90000"/>
              </a:lnSpc>
              <a:spcBef>
                <a:spcPts val="3100"/>
              </a:spcBef>
              <a:buSzPct val="100000"/>
              <a:buFont typeface="Times Roman"/>
              <a:buAutoNum type="arabicPeriod"/>
              <a:defRPr sz="3310" b="0"/>
            </a:pPr>
            <a:r>
              <a:t>Calculated </a:t>
            </a:r>
            <a:r>
              <a:rPr b="1"/>
              <a:t>Market Share per Maker</a:t>
            </a:r>
            <a:r>
              <a:t> using proportionate sales values and total industry sales data to evaluate brand competitiveness.</a:t>
            </a:r>
          </a:p>
          <a:p>
            <a:pPr marL="972820" indent="-876300" algn="just" defTabSz="1682750">
              <a:lnSpc>
                <a:spcPct val="90000"/>
              </a:lnSpc>
              <a:spcBef>
                <a:spcPts val="3100"/>
              </a:spcBef>
              <a:buSzPct val="100000"/>
              <a:buFont typeface="Times Roman"/>
              <a:buAutoNum type="arabicPeriod"/>
              <a:defRPr sz="3310" b="0"/>
            </a:pPr>
            <a:r>
              <a:t>Built </a:t>
            </a:r>
            <a:r>
              <a:rPr b="1"/>
              <a:t>Sales Trend</a:t>
            </a:r>
            <a:r>
              <a:t> fields to monitor  growth patterns across regions and product lines.</a:t>
            </a:r>
          </a:p>
          <a:p>
            <a:pPr marL="972820" indent="-876300" algn="just" defTabSz="1682750">
              <a:lnSpc>
                <a:spcPct val="90000"/>
              </a:lnSpc>
              <a:spcBef>
                <a:spcPts val="3100"/>
              </a:spcBef>
              <a:buSzPct val="100000"/>
              <a:buFont typeface="Times Roman"/>
              <a:buAutoNum type="arabicPeriod"/>
              <a:defRPr sz="3310" b="0"/>
            </a:pPr>
            <a:r>
              <a:t>Integrated dynamic measures to reflect real-time changes in sales data, improving responsiveness of the calculated fields.</a:t>
            </a:r>
          </a:p>
          <a:p>
            <a:pPr marL="972820" indent="-876300" algn="just" defTabSz="1682750">
              <a:lnSpc>
                <a:spcPct val="90000"/>
              </a:lnSpc>
              <a:spcBef>
                <a:spcPts val="3100"/>
              </a:spcBef>
              <a:buSzPct val="100000"/>
              <a:buFont typeface="Times Roman"/>
              <a:buAutoNum type="arabicPeriod"/>
              <a:defRPr sz="3310" b="0"/>
            </a:pPr>
            <a:r>
              <a:t>Used advanced DAX formulas and data modeling techniques to ensure calculated fields are scalable and optimized for performance.</a:t>
            </a:r>
          </a:p>
        </p:txBody>
      </p:sp>
    </p:spTree>
  </p:cSld>
  <p:clrMapOvr>
    <a:masterClrMapping/>
  </p:clrMapOvr>
  <p:transition spd="med"/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" name="DATA ANALYSIS"/>
          <p:cNvSpPr txBox="1"/>
          <p:nvPr>
            <p:ph type="ctrTitle"/>
          </p:nvPr>
        </p:nvSpPr>
        <p:spPr>
          <a:xfrm>
            <a:off x="1206498" y="1203391"/>
            <a:ext cx="21971004" cy="1905001"/>
          </a:xfrm>
          <a:prstGeom prst="rect">
            <a:avLst/>
          </a:prstGeom>
        </p:spPr>
        <p:txBody>
          <a:bodyPr/>
          <a:lstStyle>
            <a:lvl1pPr>
              <a:lnSpc>
                <a:spcPct val="90000"/>
              </a:lnSpc>
              <a:spcBef>
                <a:spcPts val="4500"/>
              </a:spcBef>
              <a:defRPr sz="4800" b="0" spc="0"/>
            </a:lvl1pPr>
          </a:lstStyle>
          <a:p>
            <a:r>
              <a:t>DATA ANALYSIS </a:t>
            </a:r>
            <a:endParaRPr sz="1200">
              <a:latin typeface="Times Roman"/>
              <a:ea typeface="Times Roman"/>
              <a:cs typeface="Times Roman"/>
              <a:sym typeface="Times Roman"/>
            </a:endParaRPr>
          </a:p>
        </p:txBody>
      </p:sp>
      <p:sp>
        <p:nvSpPr>
          <p:cNvPr id="195" name="Data analysis focuses on extracting meaningful insights from that data to support decision-making.…"/>
          <p:cNvSpPr txBox="1"/>
          <p:nvPr>
            <p:ph type="subTitle" idx="1"/>
          </p:nvPr>
        </p:nvSpPr>
        <p:spPr>
          <a:xfrm>
            <a:off x="1206500" y="3800822"/>
            <a:ext cx="21971000" cy="8040653"/>
          </a:xfrm>
          <a:prstGeom prst="rect">
            <a:avLst/>
          </a:prstGeom>
        </p:spPr>
        <p:txBody>
          <a:bodyPr/>
          <a:lstStyle/>
          <a:p>
            <a:pPr marL="774700" indent="-635000" defTabSz="2438400">
              <a:lnSpc>
                <a:spcPct val="90000"/>
              </a:lnSpc>
              <a:spcBef>
                <a:spcPts val="4500"/>
              </a:spcBef>
              <a:buClr>
                <a:srgbClr val="FFFFFF"/>
              </a:buClr>
              <a:buSzPct val="123000"/>
              <a:buFont typeface="Arial" panose="020B0604020202090204"/>
              <a:buChar char="•"/>
              <a:defRPr sz="4800" b="0"/>
            </a:pPr>
            <a:r>
              <a:rPr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rPr>
              <a:t>Data analysis </a:t>
            </a:r>
            <a:r>
              <a:t>focuses on extracting meaningful insights from that data to support decision-making.</a:t>
            </a:r>
          </a:p>
          <a:p>
            <a:pPr marL="774700" indent="-635000" defTabSz="2438400">
              <a:lnSpc>
                <a:spcPct val="90000"/>
              </a:lnSpc>
              <a:spcBef>
                <a:spcPts val="4500"/>
              </a:spcBef>
              <a:buClr>
                <a:srgbClr val="FFFFFF"/>
              </a:buClr>
              <a:buSzPct val="123000"/>
              <a:buFont typeface="Arial" panose="020B0604020202090204"/>
              <a:buChar char="•"/>
              <a:defRPr sz="4800" b="0"/>
            </a:pPr>
            <a:r>
              <a:t>  In this Project data analysis is done through Pivot Tables.</a:t>
            </a:r>
            <a:endParaRPr sz="1200">
              <a:latin typeface="Times Roman"/>
              <a:ea typeface="Times Roman"/>
              <a:cs typeface="Times Roman"/>
              <a:sym typeface="Times Roman"/>
            </a:endParaRPr>
          </a:p>
        </p:txBody>
      </p:sp>
      <p:pic>
        <p:nvPicPr>
          <p:cNvPr id="196" name="Screenshot 2025-04-22 at 12.23.10.png" descr="Screenshot 2025-04-22 at 12.23.10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956587" y="7148003"/>
            <a:ext cx="3693381" cy="3790066"/>
          </a:xfrm>
          <a:prstGeom prst="rect">
            <a:avLst/>
          </a:prstGeom>
          <a:ln w="12700">
            <a:miter lim="400000"/>
            <a:headEnd/>
            <a:tailEnd/>
          </a:ln>
        </p:spPr>
      </p:pic>
      <p:pic>
        <p:nvPicPr>
          <p:cNvPr id="197" name="Screenshot 2025-04-22 at 12.23.20.png" descr="Screenshot 2025-04-22 at 12.23.2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739987" y="7312997"/>
            <a:ext cx="4718449" cy="3972276"/>
          </a:xfrm>
          <a:prstGeom prst="rect">
            <a:avLst/>
          </a:prstGeom>
          <a:ln w="12700">
            <a:miter lim="400000"/>
            <a:headEnd/>
            <a:tailEnd/>
          </a:ln>
        </p:spPr>
      </p:pic>
      <p:pic>
        <p:nvPicPr>
          <p:cNvPr id="198" name="Screenshot 2025-04-22 at 12.23.34.png" descr="Screenshot 2025-04-22 at 12.23.34.png"/>
          <p:cNvPicPr>
            <a:picLocks noChangeAspect="1"/>
          </p:cNvPicPr>
          <p:nvPr/>
        </p:nvPicPr>
        <p:blipFill>
          <a:blip r:embed="rId3"/>
          <a:srcRect l="2180" r="9862"/>
          <a:stretch>
            <a:fillRect/>
          </a:stretch>
        </p:blipFill>
        <p:spPr>
          <a:xfrm>
            <a:off x="16548455" y="6765207"/>
            <a:ext cx="3603062" cy="4278916"/>
          </a:xfrm>
          <a:prstGeom prst="rect">
            <a:avLst/>
          </a:prstGeom>
          <a:ln w="12700">
            <a:miter lim="400000"/>
            <a:headEnd/>
            <a:tailEnd/>
          </a:ln>
        </p:spPr>
      </p:pic>
    </p:spTree>
  </p:cSld>
  <p:clrMapOvr>
    <a:masterClrMapping/>
  </p:clrMapOvr>
  <p:transition spd="med"/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0" name="CONCLUSION"/>
          <p:cNvSpPr txBox="1"/>
          <p:nvPr>
            <p:ph type="ctrTitle"/>
          </p:nvPr>
        </p:nvSpPr>
        <p:spPr>
          <a:xfrm>
            <a:off x="927096" y="1431991"/>
            <a:ext cx="21971004" cy="2045798"/>
          </a:xfrm>
          <a:prstGeom prst="rect">
            <a:avLst/>
          </a:prstGeom>
        </p:spPr>
        <p:txBody>
          <a:bodyPr anchor="ctr"/>
          <a:lstStyle/>
          <a:p>
            <a:r>
              <a:t>CONCLUSION</a:t>
            </a:r>
            <a:endParaRPr sz="1200" b="0" spc="-24">
              <a:latin typeface="Times Roman"/>
              <a:ea typeface="Times Roman"/>
              <a:cs typeface="Times Roman"/>
              <a:sym typeface="Times Roman"/>
            </a:endParaRPr>
          </a:p>
        </p:txBody>
      </p:sp>
      <p:sp>
        <p:nvSpPr>
          <p:cNvPr id="201" name="The Car Sales Dashboard offers a clear overview of sales performance, customer satisfaction, and trends over time.…"/>
          <p:cNvSpPr txBox="1"/>
          <p:nvPr>
            <p:ph type="subTitle" idx="1"/>
          </p:nvPr>
        </p:nvSpPr>
        <p:spPr>
          <a:xfrm>
            <a:off x="1201342" y="3848350"/>
            <a:ext cx="21971001" cy="7501292"/>
          </a:xfrm>
          <a:prstGeom prst="rect">
            <a:avLst/>
          </a:prstGeom>
        </p:spPr>
        <p:txBody>
          <a:bodyPr/>
          <a:lstStyle/>
          <a:p>
            <a:pPr marL="553720" indent="-440690" algn="just" defTabSz="1974850">
              <a:lnSpc>
                <a:spcPct val="90000"/>
              </a:lnSpc>
              <a:spcBef>
                <a:spcPts val="3600"/>
              </a:spcBef>
              <a:buClr>
                <a:srgbClr val="FFFFFF"/>
              </a:buClr>
              <a:buSzPct val="123000"/>
              <a:buFont typeface="Helvetica"/>
              <a:buChar char="•"/>
              <a:defRPr sz="3890" b="0"/>
            </a:pPr>
            <a:r>
              <a:t>The </a:t>
            </a:r>
            <a:r>
              <a:rPr b="1"/>
              <a:t>Car Sales Dashboard</a:t>
            </a:r>
            <a:r>
              <a:t> offers a clear overview of sales performance, customer satisfaction, and trends over time.</a:t>
            </a:r>
          </a:p>
          <a:p>
            <a:pPr marL="553720" indent="-440690" algn="just" defTabSz="1974850">
              <a:lnSpc>
                <a:spcPct val="90000"/>
              </a:lnSpc>
              <a:spcBef>
                <a:spcPts val="3600"/>
              </a:spcBef>
              <a:buClr>
                <a:srgbClr val="FFFFFF"/>
              </a:buClr>
              <a:buSzPct val="123000"/>
              <a:buFont typeface="Helvetica"/>
              <a:buChar char="•"/>
              <a:defRPr sz="3890" b="0"/>
            </a:pPr>
            <a:r>
              <a:t>A total of </a:t>
            </a:r>
            <a:r>
              <a:rPr b="1">
                <a:latin typeface="Times New Roman" panose="02020503050405090304"/>
                <a:ea typeface="Times New Roman" panose="02020503050405090304"/>
                <a:cs typeface="Times New Roman" panose="02020503050405090304"/>
                <a:sym typeface="Times New Roman" panose="02020503050405090304"/>
              </a:rPr>
              <a:t>1201M</a:t>
            </a:r>
            <a:r>
              <a:rPr b="1"/>
              <a:t> Car units sold</a:t>
            </a:r>
            <a:r>
              <a:t> generated showing strong market  performance.</a:t>
            </a:r>
          </a:p>
          <a:p>
            <a:pPr marL="553720" indent="-440690" algn="just" defTabSz="1974850">
              <a:lnSpc>
                <a:spcPct val="90000"/>
              </a:lnSpc>
              <a:spcBef>
                <a:spcPts val="3600"/>
              </a:spcBef>
              <a:buClr>
                <a:srgbClr val="FFFFFF"/>
              </a:buClr>
              <a:buSzPct val="123000"/>
              <a:buFont typeface="Helvetica"/>
              <a:buChar char="•"/>
              <a:defRPr sz="3890" b="0"/>
            </a:pPr>
            <a:r>
              <a:t>This dashboard is a powerful tool for </a:t>
            </a:r>
            <a:r>
              <a:rPr b="1"/>
              <a:t>decision-making and business growth</a:t>
            </a:r>
            <a:r>
              <a:t>.</a:t>
            </a:r>
            <a:endParaRPr>
              <a:latin typeface="Arial" panose="020B0604020202090204"/>
              <a:ea typeface="Arial" panose="020B0604020202090204"/>
              <a:cs typeface="Arial" panose="020B0604020202090204"/>
              <a:sym typeface="Arial" panose="020B0604020202090204"/>
            </a:endParaRPr>
          </a:p>
          <a:p>
            <a:pPr algn="just" defTabSz="1974850">
              <a:lnSpc>
                <a:spcPct val="90000"/>
              </a:lnSpc>
              <a:spcBef>
                <a:spcPts val="3600"/>
              </a:spcBef>
              <a:defRPr sz="3890" b="0"/>
            </a:pPr>
            <a:r>
              <a:rPr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rPr>
              <a:t>     </a:t>
            </a:r>
            <a:r>
              <a:t>It helps identify key growth opportunities and areas needing improvement.</a:t>
            </a:r>
          </a:p>
          <a:p>
            <a:pPr algn="just" defTabSz="1974850">
              <a:lnSpc>
                <a:spcPct val="90000"/>
              </a:lnSpc>
              <a:spcBef>
                <a:spcPts val="3600"/>
              </a:spcBef>
              <a:defRPr sz="3890" b="0"/>
            </a:pPr>
            <a:r>
              <a:t>     </a:t>
            </a:r>
            <a:r>
              <a:t>By leveraging insights from the dashboard, businesses can stay ahead in a competitive market.</a:t>
            </a:r>
            <a:endParaRPr>
              <a:latin typeface="Arial" panose="020B0604020202090204"/>
              <a:ea typeface="Arial" panose="020B0604020202090204"/>
              <a:cs typeface="Arial" panose="020B0604020202090204"/>
              <a:sym typeface="Arial" panose="020B0604020202090204"/>
            </a:endParaRPr>
          </a:p>
          <a:p>
            <a:pPr marL="553720" indent="-440690" defTabSz="1974850">
              <a:lnSpc>
                <a:spcPct val="90000"/>
              </a:lnSpc>
              <a:spcBef>
                <a:spcPts val="3600"/>
              </a:spcBef>
              <a:buClr>
                <a:srgbClr val="FFFFFF"/>
              </a:buClr>
              <a:buSzPct val="123000"/>
              <a:buFont typeface="Helvetica"/>
              <a:buChar char="•"/>
              <a:defRPr sz="3890" b="0"/>
            </a:pPr>
            <a:endParaRPr>
              <a:latin typeface="Arial" panose="020B0604020202090204"/>
              <a:ea typeface="Arial" panose="020B0604020202090204"/>
              <a:cs typeface="Arial" panose="020B0604020202090204"/>
              <a:sym typeface="Arial" panose="020B0604020202090204"/>
            </a:endParaRPr>
          </a:p>
        </p:txBody>
      </p:sp>
    </p:spTree>
  </p:cSld>
  <p:clrMapOvr>
    <a:masterClrMapping/>
  </p:clrMapOvr>
  <p:transition spd="med"/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3" name="bowl of salad with fried rice, boiled eggs and chopsticks" descr="bowl of salad with fried rice, boiled eggs and chopsticks"/>
          <p:cNvPicPr>
            <a:picLocks noChangeAspect="1"/>
          </p:cNvPicPr>
          <p:nvPr>
            <p:ph type="pic" idx="21"/>
          </p:nvPr>
        </p:nvPicPr>
        <p:blipFill>
          <a:blip r:embed="rId1"/>
          <a:srcRect t="4814"/>
          <a:stretch>
            <a:fillRect/>
          </a:stretch>
        </p:blipFill>
        <p:spPr>
          <a:xfrm>
            <a:off x="0" y="50800"/>
            <a:ext cx="24384000" cy="13055600"/>
          </a:xfrm>
          <a:prstGeom prst="rect">
            <a:avLst/>
          </a:prstGeom>
        </p:spPr>
      </p:pic>
      <p:sp>
        <p:nvSpPr>
          <p:cNvPr id="204" name="THANKYOU"/>
          <p:cNvSpPr txBox="1"/>
          <p:nvPr/>
        </p:nvSpPr>
        <p:spPr>
          <a:xfrm>
            <a:off x="8985351" y="477773"/>
            <a:ext cx="11343502" cy="1279654"/>
          </a:xfrm>
          <a:prstGeom prst="rect">
            <a:avLst/>
          </a:prstGeom>
          <a:ln w="12700">
            <a:miter lim="400000"/>
          </a:ln>
        </p:spPr>
        <p:txBody>
          <a:bodyPr lIns="50800" tIns="50800" rIns="50800" bIns="50800" anchor="ctr">
            <a:spAutoFit/>
          </a:bodyPr>
          <a:lstStyle>
            <a:lvl1pPr>
              <a:defRPr sz="8000"/>
            </a:lvl1pPr>
          </a:lstStyle>
          <a:p>
            <a:r>
              <a:t>THANKYOU</a:t>
            </a:r>
          </a:p>
        </p:txBody>
      </p:sp>
    </p:spTree>
  </p:cSld>
  <p:clrMapOvr>
    <a:masterClrMapping/>
  </p:clrMapOvr>
  <p:transition spd="med"/>
</p:sld>
</file>

<file path=ppt/theme/theme1.xml><?xml version="1.0" encoding="utf-8"?>
<a:theme xmlns:a="http://schemas.openxmlformats.org/drawingml/2006/main" name="21_BasicWhite">
  <a:themeElements>
    <a:clrScheme name="21_BasicWhite">
      <a:dk1>
        <a:srgbClr val="000000"/>
      </a:dk1>
      <a:lt1>
        <a:srgbClr val="FFFFFF"/>
      </a:lt1>
      <a:dk2>
        <a:srgbClr val="5E5E5E"/>
      </a:dk2>
      <a:lt2>
        <a:srgbClr val="D5D5D5"/>
      </a:lt2>
      <a:accent1>
        <a:srgbClr val="00A2FF"/>
      </a:accent1>
      <a:accent2>
        <a:srgbClr val="16E7CF"/>
      </a:accent2>
      <a:accent3>
        <a:srgbClr val="61D836"/>
      </a:accent3>
      <a:accent4>
        <a:srgbClr val="FFD932"/>
      </a:accent4>
      <a:accent5>
        <a:srgbClr val="FF644E"/>
      </a:accent5>
      <a:accent6>
        <a:srgbClr val="FF42A1"/>
      </a:accent6>
      <a:hlink>
        <a:srgbClr val="0000FF"/>
      </a:hlink>
      <a:folHlink>
        <a:srgbClr val="FF00FF"/>
      </a:folHlink>
    </a:clrScheme>
    <a:fontScheme name="21_BasicWhite">
      <a:majorFont>
        <a:latin typeface="Helvetica Neue"/>
        <a:ea typeface="Helvetica Neue"/>
        <a:cs typeface="Helvetica Neue"/>
      </a:majorFont>
      <a:minorFont>
        <a:latin typeface="Helvetica Neue"/>
        <a:ea typeface="Helvetica Neue"/>
        <a:cs typeface="Helvetica Neue"/>
      </a:minorFont>
    </a:fontScheme>
    <a:fmtScheme name="21_BasicWhit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000000"/>
        </a:solidFill>
        <a:ln w="12700" cap="flat">
          <a:noFill/>
          <a:miter lim="400000"/>
        </a:ln>
      </a:spPr>
      <a:bodyPr rot="0" spcFirstLastPara="1" vertOverflow="overflow" horzOverflow="overflow" vert="horz" wrap="square" lIns="50800" tIns="50800" rIns="50800" bIns="50800" numCol="1" spcCol="38100" rtlCol="0" anchor="ctr" upright="0">
        <a:spAutoFit/>
      </a:bodyPr>
      <a:lstStyle>
        <a:defPPr marL="0" marR="0" indent="0" algn="ctr" defTabSz="8255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3200" b="0" i="0" u="none" strike="noStrike" cap="none" spc="0" normalizeH="0" baseline="0">
            <a:ln>
              <a:noFill/>
            </a:ln>
            <a:solidFill>
              <a:srgbClr val="FFFFFF"/>
            </a:solidFill>
            <a:effectLst/>
            <a:uFillTx/>
            <a:latin typeface="Helvetica Neue Medium" panose="02000503000000020004"/>
            <a:ea typeface="Helvetica Neue Medium" panose="02000503000000020004"/>
            <a:cs typeface="Helvetica Neue Medium" panose="02000503000000020004"/>
            <a:sym typeface="Helvetica Neue Medium" panose="02000503000000020004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rgbClr val="FFFFFF"/>
        </a:lnRef>
        <a:fillRef idx="0">
          <a:srgbClr val="FFFFFF"/>
        </a:fillRef>
        <a:effectRef idx="0">
          <a:srgbClr val="FFFFFF"/>
        </a:effectRef>
        <a:fontRef idx="none"/>
      </a:style>
    </a:spDef>
    <a:lnDef>
      <a:spPr>
        <a:noFill/>
        <a:ln w="25400" cap="flat">
          <a:solidFill>
            <a:srgbClr val="000000"/>
          </a:solidFill>
          <a:prstDash val="solid"/>
          <a:miter lim="400000"/>
        </a:ln>
      </a:spPr>
      <a:bodyPr rot="0" spcFirstLastPara="1" vertOverflow="overflow" horzOverflow="overflow" vert="horz" wrap="square" lIns="91439" tIns="45719" rIns="91439" bIns="45719" numCol="1" spcCol="38100" rtlCol="0" anchor="t" upright="0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rgbClr val="FFFFFF"/>
        </a:lnRef>
        <a:fillRef idx="0">
          <a:srgbClr val="FFFFFF"/>
        </a:fillRef>
        <a:effectRef idx="0">
          <a:srgbClr val="FFFFFF"/>
        </a:effectRef>
        <a:fontRef idx="none"/>
      </a:style>
    </a:lnDef>
    <a:txDef>
      <a:spPr>
        <a:noFill/>
        <a:ln w="12700" cap="flat">
          <a:noFill/>
          <a:miter lim="400000"/>
        </a:ln>
      </a:spPr>
      <a:bodyPr rot="0" spcFirstLastPara="1" vertOverflow="overflow" horzOverflow="overflow" vert="horz" wrap="square" lIns="50800" tIns="50800" rIns="50800" bIns="50800" numCol="1" spcCol="38100" rtlCol="0" anchor="ctr" upright="0">
        <a:spAutoFit/>
      </a:bodyPr>
      <a:lstStyle>
        <a:defPPr marL="0" marR="0" indent="0" algn="l" defTabSz="2438400" rtl="0" fontAlgn="auto" latinLnBrk="0" hangingPunct="0">
          <a:lnSpc>
            <a:spcPct val="90000"/>
          </a:lnSpc>
          <a:spcBef>
            <a:spcPts val="4500"/>
          </a:spcBef>
          <a:spcAft>
            <a:spcPts val="0"/>
          </a:spcAft>
          <a:buClrTx/>
          <a:buSzTx/>
          <a:buFontTx/>
          <a:buNone/>
          <a:defRPr kumimoji="0" sz="4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  <a:latin typeface="+mn-lt"/>
            <a:ea typeface="+mn-ea"/>
            <a:cs typeface="+mn-cs"/>
            <a:sym typeface="Helvetica Neue" panose="02000503000000020004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rgbClr val="FFFFFF"/>
        </a:lnRef>
        <a:fillRef idx="0">
          <a:srgbClr val="FFFFFF"/>
        </a:fillRef>
        <a:effectRef idx="0">
          <a:srgbClr val="FFFFFF"/>
        </a:effectRef>
        <a:fontRef idx="none"/>
      </a:style>
    </a:tx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21_BasicWhite">
  <a:themeElements>
    <a:clrScheme name="21_BasicWhite">
      <a:dk1>
        <a:srgbClr val="000000"/>
      </a:dk1>
      <a:lt1>
        <a:srgbClr val="FFFFFF"/>
      </a:lt1>
      <a:dk2>
        <a:srgbClr val="5E5E5E"/>
      </a:dk2>
      <a:lt2>
        <a:srgbClr val="D5D5D5"/>
      </a:lt2>
      <a:accent1>
        <a:srgbClr val="00A2FF"/>
      </a:accent1>
      <a:accent2>
        <a:srgbClr val="16E7CF"/>
      </a:accent2>
      <a:accent3>
        <a:srgbClr val="61D836"/>
      </a:accent3>
      <a:accent4>
        <a:srgbClr val="FFD932"/>
      </a:accent4>
      <a:accent5>
        <a:srgbClr val="FF644E"/>
      </a:accent5>
      <a:accent6>
        <a:srgbClr val="FF42A1"/>
      </a:accent6>
      <a:hlink>
        <a:srgbClr val="0000FF"/>
      </a:hlink>
      <a:folHlink>
        <a:srgbClr val="FF00FF"/>
      </a:folHlink>
    </a:clrScheme>
    <a:fontScheme name="21_BasicWhite">
      <a:majorFont>
        <a:latin typeface="Helvetica Neue"/>
        <a:ea typeface="Helvetica Neue"/>
        <a:cs typeface="Helvetica Neue"/>
      </a:majorFont>
      <a:minorFont>
        <a:latin typeface="Helvetica Neue"/>
        <a:ea typeface="Helvetica Neue"/>
        <a:cs typeface="Helvetica Neue"/>
      </a:minorFont>
    </a:fontScheme>
    <a:fmtScheme name="21_BasicWhit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000000"/>
        </a:solidFill>
        <a:ln w="12700" cap="flat">
          <a:noFill/>
          <a:miter lim="400000"/>
        </a:ln>
      </a:spPr>
      <a:bodyPr rot="0" spcFirstLastPara="1" vertOverflow="overflow" horzOverflow="overflow" vert="horz" wrap="square" lIns="50800" tIns="50800" rIns="50800" bIns="50800" numCol="1" spcCol="38100" rtlCol="0" anchor="ctr" upright="0">
        <a:spAutoFit/>
      </a:bodyPr>
      <a:lstStyle>
        <a:defPPr marL="0" marR="0" indent="0" algn="ctr" defTabSz="8255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3200" b="0" i="0" u="none" strike="noStrike" cap="none" spc="0" normalizeH="0" baseline="0">
            <a:ln>
              <a:noFill/>
            </a:ln>
            <a:solidFill>
              <a:srgbClr val="FFFFFF"/>
            </a:solidFill>
            <a:effectLst/>
            <a:uFillTx/>
            <a:latin typeface="Helvetica Neue Medium" panose="02000503000000020004"/>
            <a:ea typeface="Helvetica Neue Medium" panose="02000503000000020004"/>
            <a:cs typeface="Helvetica Neue Medium" panose="02000503000000020004"/>
            <a:sym typeface="Helvetica Neue Medium" panose="02000503000000020004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rgbClr val="FFFFFF"/>
        </a:lnRef>
        <a:fillRef idx="0">
          <a:srgbClr val="FFFFFF"/>
        </a:fillRef>
        <a:effectRef idx="0">
          <a:srgbClr val="FFFFFF"/>
        </a:effectRef>
        <a:fontRef idx="none"/>
      </a:style>
    </a:spDef>
    <a:lnDef>
      <a:spPr>
        <a:noFill/>
        <a:ln w="25400" cap="flat">
          <a:solidFill>
            <a:srgbClr val="000000"/>
          </a:solidFill>
          <a:prstDash val="solid"/>
          <a:miter lim="400000"/>
        </a:ln>
      </a:spPr>
      <a:bodyPr rot="0" spcFirstLastPara="1" vertOverflow="overflow" horzOverflow="overflow" vert="horz" wrap="square" lIns="91439" tIns="45719" rIns="91439" bIns="45719" numCol="1" spcCol="38100" rtlCol="0" anchor="t" upright="0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rgbClr val="FFFFFF"/>
        </a:lnRef>
        <a:fillRef idx="0">
          <a:srgbClr val="FFFFFF"/>
        </a:fillRef>
        <a:effectRef idx="0">
          <a:srgbClr val="FFFFFF"/>
        </a:effectRef>
        <a:fontRef idx="none"/>
      </a:style>
    </a:lnDef>
    <a:txDef>
      <a:spPr>
        <a:noFill/>
        <a:ln w="12700" cap="flat">
          <a:noFill/>
          <a:miter lim="400000"/>
        </a:ln>
      </a:spPr>
      <a:bodyPr rot="0" spcFirstLastPara="1" vertOverflow="overflow" horzOverflow="overflow" vert="horz" wrap="square" lIns="50800" tIns="50800" rIns="50800" bIns="50800" numCol="1" spcCol="38100" rtlCol="0" anchor="ctr" upright="0">
        <a:spAutoFit/>
      </a:bodyPr>
      <a:lstStyle>
        <a:defPPr marL="0" marR="0" indent="0" algn="l" defTabSz="2438400" rtl="0" fontAlgn="auto" latinLnBrk="0" hangingPunct="0">
          <a:lnSpc>
            <a:spcPct val="90000"/>
          </a:lnSpc>
          <a:spcBef>
            <a:spcPts val="4500"/>
          </a:spcBef>
          <a:spcAft>
            <a:spcPts val="0"/>
          </a:spcAft>
          <a:buClrTx/>
          <a:buSzTx/>
          <a:buFontTx/>
          <a:buNone/>
          <a:defRPr kumimoji="0" sz="4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  <a:latin typeface="+mn-lt"/>
            <a:ea typeface="+mn-ea"/>
            <a:cs typeface="+mn-cs"/>
            <a:sym typeface="Helvetica Neue" panose="02000503000000020004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rgbClr val="FFFFFF"/>
        </a:lnRef>
        <a:fillRef idx="0">
          <a:srgbClr val="FFFFFF"/>
        </a:fillRef>
        <a:effectRef idx="0">
          <a:srgbClr val="FFFFFF"/>
        </a:effectRef>
        <a:fontRef idx="none"/>
      </a:style>
    </a:tx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3061</Words>
  <Application>WPS Slides</Application>
  <PresentationFormat/>
  <Paragraphs>93</Paragraphs>
  <Slides>10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16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10</vt:i4>
      </vt:variant>
    </vt:vector>
  </HeadingPairs>
  <TitlesOfParts>
    <vt:vector size="27" baseType="lpstr">
      <vt:lpstr>Arial</vt:lpstr>
      <vt:lpstr>SimSun</vt:lpstr>
      <vt:lpstr>Wingdings</vt:lpstr>
      <vt:lpstr>Helvetica Neue</vt:lpstr>
      <vt:lpstr>Helvetica Neue Medium</vt:lpstr>
      <vt:lpstr>Times Roman</vt:lpstr>
      <vt:lpstr>Times New Roman</vt:lpstr>
      <vt:lpstr>Helvetica</vt:lpstr>
      <vt:lpstr>Arial</vt:lpstr>
      <vt:lpstr>Times New Roman</vt:lpstr>
      <vt:lpstr>Microsoft YaHei</vt:lpstr>
      <vt:lpstr>汉仪旗黑</vt:lpstr>
      <vt:lpstr>Arial Unicode MS</vt:lpstr>
      <vt:lpstr>Helvetica Neue</vt:lpstr>
      <vt:lpstr>Calibri</vt:lpstr>
      <vt:lpstr>汉仪书宋二KW</vt:lpstr>
      <vt:lpstr>21_BasicWhite</vt:lpstr>
      <vt:lpstr>Car Sales Dataset                  </vt:lpstr>
      <vt:lpstr>PowerPoint 演示文稿</vt:lpstr>
      <vt:lpstr>INTRODUCTION ON DATA ANALYSIS</vt:lpstr>
      <vt:lpstr>OBJECTIVES</vt:lpstr>
      <vt:lpstr>DATA CYCLE</vt:lpstr>
      <vt:lpstr>Data Cleaning</vt:lpstr>
      <vt:lpstr> DATA TRANSFORMATION</vt:lpstr>
      <vt:lpstr>DATA ANALYSIS </vt:lpstr>
      <vt:lpstr>CONCLUSION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Car Sales Dataset                  </dc:title>
  <dc:creator/>
  <cp:lastModifiedBy>Naveen kumar</cp:lastModifiedBy>
  <cp:revision>1</cp:revision>
  <dcterms:created xsi:type="dcterms:W3CDTF">2025-04-30T08:25:46Z</dcterms:created>
  <dcterms:modified xsi:type="dcterms:W3CDTF">2025-04-30T08:25:46Z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7E5996CE6A3456798ADE1168DF339DAC_42</vt:lpwstr>
  </property>
  <property fmtid="{D5CDD505-2E9C-101B-9397-08002B2CF9AE}" pid="3" name="KSOProductBuildVer">
    <vt:lpwstr>1033-6.13.1.8710</vt:lpwstr>
  </property>
</Properties>
</file>